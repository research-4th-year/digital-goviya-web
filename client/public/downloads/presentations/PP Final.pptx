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Gotham Bold" charset="1" panose="00000000000000000000"/>
      <p:regular r:id="rId29"/>
    </p:embeddedFont>
    <p:embeddedFont>
      <p:font typeface="Calibri (MS) Bold Italics" charset="1" panose="020F07020304040A0204"/>
      <p:regular r:id="rId30"/>
    </p:embeddedFont>
    <p:embeddedFont>
      <p:font typeface="Canva Sans Bold" charset="1" panose="020B0803030501040103"/>
      <p:regular r:id="rId31"/>
    </p:embeddedFont>
    <p:embeddedFont>
      <p:font typeface="Calibri (MS) Italics" charset="1" panose="020F05020202040A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jpeg" Type="http://schemas.openxmlformats.org/officeDocument/2006/relationships/image"/><Relationship Id="rId12" Target="../media/image11.jpeg" Type="http://schemas.openxmlformats.org/officeDocument/2006/relationships/image"/><Relationship Id="rId13" Target="../media/image12.jpeg" Type="http://schemas.openxmlformats.org/officeDocument/2006/relationships/image"/><Relationship Id="rId14" Target="../media/image13.jpe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7.jpeg" Type="http://schemas.openxmlformats.org/officeDocument/2006/relationships/image"/><Relationship Id="rId13" Target="../media/image18.jpeg" Type="http://schemas.openxmlformats.org/officeDocument/2006/relationships/image"/><Relationship Id="rId14" Target="../media/image19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jpe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jpeg" Type="http://schemas.openxmlformats.org/officeDocument/2006/relationships/image"/><Relationship Id="rId4" Target="../media/image2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9.jpe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T4NNCIfU.mp4" Type="http://schemas.microsoft.com/office/2007/relationships/media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jpeg" Type="http://schemas.openxmlformats.org/officeDocument/2006/relationships/image"/><Relationship Id="rId9" Target="../media/VAHT4NNCIfU.mp4" Type="http://schemas.openxmlformats.org/officeDocument/2006/relationships/video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11" Target="../media/image32.jpeg" Type="http://schemas.openxmlformats.org/officeDocument/2006/relationships/image"/><Relationship Id="rId12" Target="../media/image33.jpeg" Type="http://schemas.openxmlformats.org/officeDocument/2006/relationships/image"/><Relationship Id="rId13" Target="../media/image13.jpeg" Type="http://schemas.openxmlformats.org/officeDocument/2006/relationships/image"/><Relationship Id="rId14" Target="../media/image11.jpeg" Type="http://schemas.openxmlformats.org/officeDocument/2006/relationships/image"/><Relationship Id="rId15" Target="../media/image34.jpeg" Type="http://schemas.openxmlformats.org/officeDocument/2006/relationships/image"/><Relationship Id="rId2" Target="../media/image31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43.jpeg" Type="http://schemas.openxmlformats.org/officeDocument/2006/relationships/image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52.png" Type="http://schemas.openxmlformats.org/officeDocument/2006/relationships/image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5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5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57.jpeg" Type="http://schemas.openxmlformats.org/officeDocument/2006/relationships/image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61.png" Type="http://schemas.openxmlformats.org/officeDocument/2006/relationships/image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349" y="0"/>
            <a:ext cx="17949291" cy="9875520"/>
            <a:chOff x="0" y="0"/>
            <a:chExt cx="23932388" cy="13167360"/>
          </a:xfrm>
        </p:grpSpPr>
        <p:sp>
          <p:nvSpPr>
            <p:cNvPr name="Freeform 3" id="3" descr="A person standing in a rice field  AI-generated content may be incorrect."/>
            <p:cNvSpPr/>
            <p:nvPr/>
          </p:nvSpPr>
          <p:spPr>
            <a:xfrm flipH="false" flipV="false" rot="0">
              <a:off x="0" y="0"/>
              <a:ext cx="23932387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23932387">
                  <a:moveTo>
                    <a:pt x="0" y="0"/>
                  </a:moveTo>
                  <a:lnTo>
                    <a:pt x="23932387" y="0"/>
                  </a:lnTo>
                  <a:lnTo>
                    <a:pt x="23932387" y="13167361"/>
                  </a:lnTo>
                  <a:lnTo>
                    <a:pt x="0" y="1316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9999"/>
              </a:blip>
              <a:stretch>
                <a:fillRect l="0" t="-10585" r="0" b="-1058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2697" y="-12697"/>
            <a:ext cx="171640" cy="10312337"/>
          </a:xfrm>
          <a:custGeom>
            <a:avLst/>
            <a:gdLst/>
            <a:ahLst/>
            <a:cxnLst/>
            <a:rect r="r" b="b" t="t" l="l"/>
            <a:pathLst>
              <a:path h="10312337" w="171640">
                <a:moveTo>
                  <a:pt x="0" y="0"/>
                </a:moveTo>
                <a:lnTo>
                  <a:pt x="171641" y="0"/>
                </a:lnTo>
                <a:lnTo>
                  <a:pt x="171641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3335" y="-12697"/>
            <a:ext cx="98488" cy="10312337"/>
          </a:xfrm>
          <a:custGeom>
            <a:avLst/>
            <a:gdLst/>
            <a:ahLst/>
            <a:cxnLst/>
            <a:rect r="r" b="b" t="t" l="l"/>
            <a:pathLst>
              <a:path h="10312337" w="98488">
                <a:moveTo>
                  <a:pt x="0" y="0"/>
                </a:moveTo>
                <a:lnTo>
                  <a:pt x="98489" y="0"/>
                </a:lnTo>
                <a:lnTo>
                  <a:pt x="98489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69726" y="1933194"/>
            <a:ext cx="11912537" cy="116776"/>
          </a:xfrm>
          <a:custGeom>
            <a:avLst/>
            <a:gdLst/>
            <a:ahLst/>
            <a:cxnLst/>
            <a:rect r="r" b="b" t="t" l="l"/>
            <a:pathLst>
              <a:path h="116776" w="11912537">
                <a:moveTo>
                  <a:pt x="0" y="0"/>
                </a:moveTo>
                <a:lnTo>
                  <a:pt x="11912536" y="0"/>
                </a:lnTo>
                <a:lnTo>
                  <a:pt x="11912536" y="116776"/>
                </a:lnTo>
                <a:lnTo>
                  <a:pt x="0" y="1167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8640" y="516093"/>
            <a:ext cx="12801600" cy="3324387"/>
            <a:chOff x="0" y="0"/>
            <a:chExt cx="17068800" cy="4432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4432554"/>
            </a:xfrm>
            <a:custGeom>
              <a:avLst/>
              <a:gdLst/>
              <a:ahLst/>
              <a:cxnLst/>
              <a:rect r="r" b="b" t="t" l="l"/>
              <a:pathLst>
                <a:path h="4432554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4432554"/>
                  </a:lnTo>
                  <a:lnTo>
                    <a:pt x="0" y="443255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980" r="0" b="-2498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-46050"/>
            <a:ext cx="17614827" cy="2124596"/>
            <a:chOff x="0" y="0"/>
            <a:chExt cx="23486435" cy="28327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86436" cy="2832795"/>
            </a:xfrm>
            <a:custGeom>
              <a:avLst/>
              <a:gdLst/>
              <a:ahLst/>
              <a:cxnLst/>
              <a:rect r="r" b="b" t="t" l="l"/>
              <a:pathLst>
                <a:path h="2832795" w="23486436">
                  <a:moveTo>
                    <a:pt x="0" y="0"/>
                  </a:moveTo>
                  <a:lnTo>
                    <a:pt x="23486436" y="0"/>
                  </a:lnTo>
                  <a:lnTo>
                    <a:pt x="23486436" y="2832795"/>
                  </a:lnTo>
                  <a:lnTo>
                    <a:pt x="0" y="283279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984" r="27324" b="-9782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3486435" cy="2956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AI-Driven Privacy-Preserving Digital Ecosystem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Modernizing Sri Lanka's Paddy Supply Chain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3178702"/>
            <a:ext cx="12801600" cy="1188720"/>
            <a:chOff x="0" y="0"/>
            <a:chExt cx="1706880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9693" r="0" b="-15969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84304" y="1991582"/>
            <a:ext cx="11683380" cy="814030"/>
            <a:chOff x="0" y="0"/>
            <a:chExt cx="15577840" cy="10853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77840" cy="1085373"/>
            </a:xfrm>
            <a:custGeom>
              <a:avLst/>
              <a:gdLst/>
              <a:ahLst/>
              <a:cxnLst/>
              <a:rect r="r" b="b" t="t" l="l"/>
              <a:pathLst>
                <a:path h="1085373" w="15577840">
                  <a:moveTo>
                    <a:pt x="0" y="0"/>
                  </a:moveTo>
                  <a:lnTo>
                    <a:pt x="15577840" y="0"/>
                  </a:lnTo>
                  <a:lnTo>
                    <a:pt x="15577840" y="1085373"/>
                  </a:lnTo>
                  <a:lnTo>
                    <a:pt x="0" y="108537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30339" r="-9571" b="-28251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5577840" cy="1152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E8A8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Software Engineering | </a:t>
              </a: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ID: R26-SE-007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4023360"/>
            <a:ext cx="9144000" cy="731520"/>
            <a:chOff x="0" y="0"/>
            <a:chExt cx="121920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3393" r="0" b="-193394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05896" y="7100223"/>
            <a:ext cx="4140136" cy="2158077"/>
          </a:xfrm>
          <a:custGeom>
            <a:avLst/>
            <a:gdLst/>
            <a:ahLst/>
            <a:cxnLst/>
            <a:rect r="r" b="b" t="t" l="l"/>
            <a:pathLst>
              <a:path h="2158077" w="4140136">
                <a:moveTo>
                  <a:pt x="0" y="0"/>
                </a:moveTo>
                <a:lnTo>
                  <a:pt x="4140136" y="0"/>
                </a:lnTo>
                <a:lnTo>
                  <a:pt x="4140136" y="2158077"/>
                </a:lnTo>
                <a:lnTo>
                  <a:pt x="0" y="2158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</a:blip>
            <a:stretch>
              <a:fillRect l="0" t="-14899" r="0" b="-28983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10032" y="7508300"/>
            <a:ext cx="914400" cy="640080"/>
            <a:chOff x="0" y="0"/>
            <a:chExt cx="12192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875" t="0" r="-39875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84804" y="7030785"/>
            <a:ext cx="443896" cy="458751"/>
            <a:chOff x="0" y="0"/>
            <a:chExt cx="871886" cy="9010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1886" cy="901065"/>
            </a:xfrm>
            <a:custGeom>
              <a:avLst/>
              <a:gdLst/>
              <a:ahLst/>
              <a:cxnLst/>
              <a:rect r="r" b="b" t="t" l="l"/>
              <a:pathLst>
                <a:path h="901065" w="871886">
                  <a:moveTo>
                    <a:pt x="435943" y="0"/>
                  </a:moveTo>
                  <a:lnTo>
                    <a:pt x="435943" y="0"/>
                  </a:lnTo>
                  <a:cubicBezTo>
                    <a:pt x="676708" y="0"/>
                    <a:pt x="871886" y="195178"/>
                    <a:pt x="871886" y="435943"/>
                  </a:cubicBezTo>
                  <a:lnTo>
                    <a:pt x="871886" y="465122"/>
                  </a:lnTo>
                  <a:cubicBezTo>
                    <a:pt x="871886" y="705887"/>
                    <a:pt x="676708" y="901065"/>
                    <a:pt x="435943" y="901065"/>
                  </a:cubicBezTo>
                  <a:lnTo>
                    <a:pt x="435943" y="901065"/>
                  </a:lnTo>
                  <a:cubicBezTo>
                    <a:pt x="195178" y="901065"/>
                    <a:pt x="0" y="705887"/>
                    <a:pt x="0" y="465122"/>
                  </a:cubicBezTo>
                  <a:lnTo>
                    <a:pt x="0" y="435943"/>
                  </a:lnTo>
                  <a:cubicBezTo>
                    <a:pt x="0" y="195178"/>
                    <a:pt x="195178" y="0"/>
                    <a:pt x="4359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71886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>
                  <a:solidFill>
                    <a:srgbClr val="FFC4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0032" y="8056940"/>
            <a:ext cx="3931920" cy="1005840"/>
            <a:chOff x="0" y="0"/>
            <a:chExt cx="524256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24946" y="8805605"/>
            <a:ext cx="4140137" cy="487680"/>
            <a:chOff x="0" y="0"/>
            <a:chExt cx="5520182" cy="650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20182" cy="650240"/>
            </a:xfrm>
            <a:custGeom>
              <a:avLst/>
              <a:gdLst/>
              <a:ahLst/>
              <a:cxnLst/>
              <a:rect r="r" b="b" t="t" l="l"/>
              <a:pathLst>
                <a:path h="650240" w="5520182">
                  <a:moveTo>
                    <a:pt x="325120" y="0"/>
                  </a:moveTo>
                  <a:lnTo>
                    <a:pt x="5195062" y="0"/>
                  </a:lnTo>
                  <a:cubicBezTo>
                    <a:pt x="5374620" y="0"/>
                    <a:pt x="5520182" y="145561"/>
                    <a:pt x="5520182" y="325120"/>
                  </a:cubicBezTo>
                  <a:lnTo>
                    <a:pt x="5520182" y="325120"/>
                  </a:lnTo>
                  <a:cubicBezTo>
                    <a:pt x="5520182" y="411347"/>
                    <a:pt x="5485928" y="494043"/>
                    <a:pt x="5424956" y="555015"/>
                  </a:cubicBezTo>
                  <a:cubicBezTo>
                    <a:pt x="5363984" y="615986"/>
                    <a:pt x="5281289" y="650240"/>
                    <a:pt x="5195062" y="650240"/>
                  </a:cubicBezTo>
                  <a:lnTo>
                    <a:pt x="325120" y="650240"/>
                  </a:lnTo>
                  <a:cubicBezTo>
                    <a:pt x="238893" y="650240"/>
                    <a:pt x="156197" y="615986"/>
                    <a:pt x="95225" y="555015"/>
                  </a:cubicBezTo>
                  <a:cubicBezTo>
                    <a:pt x="34254" y="494043"/>
                    <a:pt x="0" y="411347"/>
                    <a:pt x="0" y="325120"/>
                  </a:cubicBezTo>
                  <a:lnTo>
                    <a:pt x="0" y="325120"/>
                  </a:lnTo>
                  <a:cubicBezTo>
                    <a:pt x="0" y="238893"/>
                    <a:pt x="34254" y="156197"/>
                    <a:pt x="95225" y="95225"/>
                  </a:cubicBezTo>
                  <a:cubicBezTo>
                    <a:pt x="156197" y="34254"/>
                    <a:pt x="238893" y="0"/>
                    <a:pt x="325120" y="0"/>
                  </a:cubicBezTo>
                  <a:close/>
                </a:path>
              </a:pathLst>
            </a:custGeom>
            <a:solidFill>
              <a:srgbClr val="FFC42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520182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b="true" sz="18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Paddy Price Prediction &amp; Forecasting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055582" y="7100223"/>
            <a:ext cx="4140137" cy="2139313"/>
          </a:xfrm>
          <a:custGeom>
            <a:avLst/>
            <a:gdLst/>
            <a:ahLst/>
            <a:cxnLst/>
            <a:rect r="r" b="b" t="t" l="l"/>
            <a:pathLst>
              <a:path h="2139313" w="4140137">
                <a:moveTo>
                  <a:pt x="0" y="0"/>
                </a:moveTo>
                <a:lnTo>
                  <a:pt x="4140137" y="0"/>
                </a:lnTo>
                <a:lnTo>
                  <a:pt x="4140137" y="2139313"/>
                </a:lnTo>
                <a:lnTo>
                  <a:pt x="0" y="21393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0"/>
            </a:blip>
            <a:stretch>
              <a:fillRect l="0" t="-15907" r="0" b="-29237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5159719" y="7489536"/>
            <a:ext cx="914400" cy="640080"/>
            <a:chOff x="0" y="0"/>
            <a:chExt cx="12192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875" t="0" r="-39875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931757" y="7030785"/>
            <a:ext cx="457200" cy="458751"/>
            <a:chOff x="0" y="0"/>
            <a:chExt cx="925046" cy="9281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5046" cy="928185"/>
            </a:xfrm>
            <a:custGeom>
              <a:avLst/>
              <a:gdLst/>
              <a:ahLst/>
              <a:cxnLst/>
              <a:rect r="r" b="b" t="t" l="l"/>
              <a:pathLst>
                <a:path h="928185" w="925046">
                  <a:moveTo>
                    <a:pt x="462523" y="0"/>
                  </a:moveTo>
                  <a:lnTo>
                    <a:pt x="462523" y="0"/>
                  </a:lnTo>
                  <a:cubicBezTo>
                    <a:pt x="717968" y="0"/>
                    <a:pt x="925046" y="207079"/>
                    <a:pt x="925046" y="462523"/>
                  </a:cubicBezTo>
                  <a:lnTo>
                    <a:pt x="925046" y="465662"/>
                  </a:lnTo>
                  <a:cubicBezTo>
                    <a:pt x="925046" y="588331"/>
                    <a:pt x="876316" y="705975"/>
                    <a:pt x="789576" y="792715"/>
                  </a:cubicBezTo>
                  <a:cubicBezTo>
                    <a:pt x="702836" y="879455"/>
                    <a:pt x="585192" y="928185"/>
                    <a:pt x="462523" y="928185"/>
                  </a:cubicBezTo>
                  <a:lnTo>
                    <a:pt x="462523" y="928185"/>
                  </a:lnTo>
                  <a:cubicBezTo>
                    <a:pt x="339854" y="928185"/>
                    <a:pt x="222210" y="879455"/>
                    <a:pt x="135470" y="792715"/>
                  </a:cubicBezTo>
                  <a:cubicBezTo>
                    <a:pt x="48730" y="705975"/>
                    <a:pt x="0" y="588331"/>
                    <a:pt x="0" y="465662"/>
                  </a:cubicBezTo>
                  <a:lnTo>
                    <a:pt x="0" y="462523"/>
                  </a:lnTo>
                  <a:cubicBezTo>
                    <a:pt x="0" y="339854"/>
                    <a:pt x="48730" y="222210"/>
                    <a:pt x="135470" y="135470"/>
                  </a:cubicBezTo>
                  <a:cubicBezTo>
                    <a:pt x="222210" y="48730"/>
                    <a:pt x="339854" y="0"/>
                    <a:pt x="4625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25046" cy="975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59719" y="8038176"/>
            <a:ext cx="3931920" cy="1005840"/>
            <a:chOff x="0" y="0"/>
            <a:chExt cx="524256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055582" y="8818940"/>
            <a:ext cx="4140137" cy="487680"/>
            <a:chOff x="0" y="0"/>
            <a:chExt cx="5520182" cy="65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20182" cy="650240"/>
            </a:xfrm>
            <a:custGeom>
              <a:avLst/>
              <a:gdLst/>
              <a:ahLst/>
              <a:cxnLst/>
              <a:rect r="r" b="b" t="t" l="l"/>
              <a:pathLst>
                <a:path h="650240" w="5520182">
                  <a:moveTo>
                    <a:pt x="325120" y="0"/>
                  </a:moveTo>
                  <a:lnTo>
                    <a:pt x="5195062" y="0"/>
                  </a:lnTo>
                  <a:cubicBezTo>
                    <a:pt x="5374620" y="0"/>
                    <a:pt x="5520182" y="145561"/>
                    <a:pt x="5520182" y="325120"/>
                  </a:cubicBezTo>
                  <a:lnTo>
                    <a:pt x="5520182" y="325120"/>
                  </a:lnTo>
                  <a:cubicBezTo>
                    <a:pt x="5520182" y="411347"/>
                    <a:pt x="5485928" y="494043"/>
                    <a:pt x="5424956" y="555015"/>
                  </a:cubicBezTo>
                  <a:cubicBezTo>
                    <a:pt x="5363984" y="615986"/>
                    <a:pt x="5281289" y="650240"/>
                    <a:pt x="5195062" y="650240"/>
                  </a:cubicBezTo>
                  <a:lnTo>
                    <a:pt x="325120" y="650240"/>
                  </a:lnTo>
                  <a:cubicBezTo>
                    <a:pt x="238893" y="650240"/>
                    <a:pt x="156197" y="615986"/>
                    <a:pt x="95225" y="555015"/>
                  </a:cubicBezTo>
                  <a:cubicBezTo>
                    <a:pt x="34254" y="494043"/>
                    <a:pt x="0" y="411347"/>
                    <a:pt x="0" y="325120"/>
                  </a:cubicBezTo>
                  <a:lnTo>
                    <a:pt x="0" y="325120"/>
                  </a:lnTo>
                  <a:cubicBezTo>
                    <a:pt x="0" y="238893"/>
                    <a:pt x="34254" y="156197"/>
                    <a:pt x="95225" y="95225"/>
                  </a:cubicBezTo>
                  <a:cubicBezTo>
                    <a:pt x="156197" y="34254"/>
                    <a:pt x="238893" y="0"/>
                    <a:pt x="325120" y="0"/>
                  </a:cubicBezTo>
                  <a:close/>
                </a:path>
              </a:pathLst>
            </a:custGeom>
            <a:solidFill>
              <a:srgbClr val="FFC42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520182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Dashboard for Paddy Farming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405269" y="7100223"/>
            <a:ext cx="4140136" cy="2139313"/>
          </a:xfrm>
          <a:custGeom>
            <a:avLst/>
            <a:gdLst/>
            <a:ahLst/>
            <a:cxnLst/>
            <a:rect r="r" b="b" t="t" l="l"/>
            <a:pathLst>
              <a:path h="2139313" w="4140136">
                <a:moveTo>
                  <a:pt x="0" y="0"/>
                </a:moveTo>
                <a:lnTo>
                  <a:pt x="4140136" y="0"/>
                </a:lnTo>
                <a:lnTo>
                  <a:pt x="4140136" y="2139313"/>
                </a:lnTo>
                <a:lnTo>
                  <a:pt x="0" y="21393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60000"/>
            </a:blip>
            <a:stretch>
              <a:fillRect l="0" t="-15907" r="0" b="-29237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509405" y="7489536"/>
            <a:ext cx="914400" cy="640080"/>
            <a:chOff x="0" y="0"/>
            <a:chExt cx="12192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875" t="0" r="-39875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5994" y="7047703"/>
            <a:ext cx="457200" cy="441833"/>
            <a:chOff x="0" y="0"/>
            <a:chExt cx="913647" cy="8829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3647" cy="882939"/>
            </a:xfrm>
            <a:custGeom>
              <a:avLst/>
              <a:gdLst/>
              <a:ahLst/>
              <a:cxnLst/>
              <a:rect r="r" b="b" t="t" l="l"/>
              <a:pathLst>
                <a:path h="882939" w="913647">
                  <a:moveTo>
                    <a:pt x="441469" y="0"/>
                  </a:moveTo>
                  <a:lnTo>
                    <a:pt x="472177" y="0"/>
                  </a:lnTo>
                  <a:cubicBezTo>
                    <a:pt x="589262" y="0"/>
                    <a:pt x="701552" y="46512"/>
                    <a:pt x="784343" y="129303"/>
                  </a:cubicBezTo>
                  <a:cubicBezTo>
                    <a:pt x="867135" y="212095"/>
                    <a:pt x="913647" y="324384"/>
                    <a:pt x="913647" y="441469"/>
                  </a:cubicBezTo>
                  <a:lnTo>
                    <a:pt x="913647" y="441469"/>
                  </a:lnTo>
                  <a:cubicBezTo>
                    <a:pt x="913647" y="685286"/>
                    <a:pt x="715994" y="882939"/>
                    <a:pt x="472177" y="882939"/>
                  </a:cubicBezTo>
                  <a:lnTo>
                    <a:pt x="441469" y="882939"/>
                  </a:lnTo>
                  <a:cubicBezTo>
                    <a:pt x="197653" y="882939"/>
                    <a:pt x="0" y="685286"/>
                    <a:pt x="0" y="441469"/>
                  </a:cubicBezTo>
                  <a:lnTo>
                    <a:pt x="0" y="441469"/>
                  </a:lnTo>
                  <a:cubicBezTo>
                    <a:pt x="0" y="197653"/>
                    <a:pt x="197653" y="0"/>
                    <a:pt x="4414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13647" cy="930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09405" y="8038176"/>
            <a:ext cx="3931920" cy="1005840"/>
            <a:chOff x="0" y="0"/>
            <a:chExt cx="524256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05269" y="8786841"/>
            <a:ext cx="4140136" cy="519779"/>
            <a:chOff x="0" y="0"/>
            <a:chExt cx="5520182" cy="69303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520182" cy="693039"/>
            </a:xfrm>
            <a:custGeom>
              <a:avLst/>
              <a:gdLst/>
              <a:ahLst/>
              <a:cxnLst/>
              <a:rect r="r" b="b" t="t" l="l"/>
              <a:pathLst>
                <a:path h="693039" w="5520182">
                  <a:moveTo>
                    <a:pt x="346519" y="0"/>
                  </a:moveTo>
                  <a:lnTo>
                    <a:pt x="5173662" y="0"/>
                  </a:lnTo>
                  <a:cubicBezTo>
                    <a:pt x="5365040" y="0"/>
                    <a:pt x="5520182" y="155142"/>
                    <a:pt x="5520182" y="346519"/>
                  </a:cubicBezTo>
                  <a:lnTo>
                    <a:pt x="5520182" y="346519"/>
                  </a:lnTo>
                  <a:cubicBezTo>
                    <a:pt x="5520182" y="537897"/>
                    <a:pt x="5365040" y="693039"/>
                    <a:pt x="5173662" y="693039"/>
                  </a:cubicBezTo>
                  <a:lnTo>
                    <a:pt x="346519" y="693039"/>
                  </a:lnTo>
                  <a:cubicBezTo>
                    <a:pt x="155142" y="693039"/>
                    <a:pt x="0" y="537897"/>
                    <a:pt x="0" y="346519"/>
                  </a:cubicBezTo>
                  <a:lnTo>
                    <a:pt x="0" y="346519"/>
                  </a:lnTo>
                  <a:cubicBezTo>
                    <a:pt x="0" y="155142"/>
                    <a:pt x="155142" y="0"/>
                    <a:pt x="346519" y="0"/>
                  </a:cubicBezTo>
                  <a:close/>
                </a:path>
              </a:pathLst>
            </a:custGeom>
            <a:solidFill>
              <a:srgbClr val="FFC423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520182" cy="731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Farmer-Miller Digital Marketplace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3737176" y="7100223"/>
            <a:ext cx="4140137" cy="2139313"/>
          </a:xfrm>
          <a:custGeom>
            <a:avLst/>
            <a:gdLst/>
            <a:ahLst/>
            <a:cxnLst/>
            <a:rect r="r" b="b" t="t" l="l"/>
            <a:pathLst>
              <a:path h="2139313" w="4140137">
                <a:moveTo>
                  <a:pt x="0" y="0"/>
                </a:moveTo>
                <a:lnTo>
                  <a:pt x="4140137" y="0"/>
                </a:lnTo>
                <a:lnTo>
                  <a:pt x="4140137" y="2139313"/>
                </a:lnTo>
                <a:lnTo>
                  <a:pt x="0" y="21393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0000"/>
            </a:blip>
            <a:stretch>
              <a:fillRect l="0" t="-15907" r="0" b="-29237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3841313" y="7489536"/>
            <a:ext cx="914400" cy="640080"/>
            <a:chOff x="0" y="0"/>
            <a:chExt cx="121920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875" t="0" r="-39875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659705" y="7030785"/>
            <a:ext cx="457200" cy="441833"/>
            <a:chOff x="0" y="0"/>
            <a:chExt cx="609600" cy="5891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9600" cy="589111"/>
            </a:xfrm>
            <a:custGeom>
              <a:avLst/>
              <a:gdLst/>
              <a:ahLst/>
              <a:cxnLst/>
              <a:rect r="r" b="b" t="t" l="l"/>
              <a:pathLst>
                <a:path h="589111" w="609600">
                  <a:moveTo>
                    <a:pt x="294556" y="0"/>
                  </a:moveTo>
                  <a:lnTo>
                    <a:pt x="315044" y="0"/>
                  </a:lnTo>
                  <a:cubicBezTo>
                    <a:pt x="393165" y="0"/>
                    <a:pt x="468087" y="31033"/>
                    <a:pt x="523327" y="86273"/>
                  </a:cubicBezTo>
                  <a:cubicBezTo>
                    <a:pt x="578567" y="141513"/>
                    <a:pt x="609600" y="216435"/>
                    <a:pt x="609600" y="294556"/>
                  </a:cubicBezTo>
                  <a:lnTo>
                    <a:pt x="609600" y="294556"/>
                  </a:lnTo>
                  <a:cubicBezTo>
                    <a:pt x="609600" y="457234"/>
                    <a:pt x="477723" y="589111"/>
                    <a:pt x="315044" y="589111"/>
                  </a:cubicBezTo>
                  <a:lnTo>
                    <a:pt x="294556" y="589111"/>
                  </a:lnTo>
                  <a:cubicBezTo>
                    <a:pt x="216435" y="589111"/>
                    <a:pt x="141513" y="558078"/>
                    <a:pt x="86273" y="502838"/>
                  </a:cubicBezTo>
                  <a:cubicBezTo>
                    <a:pt x="31033" y="447598"/>
                    <a:pt x="0" y="372677"/>
                    <a:pt x="0" y="294556"/>
                  </a:cubicBezTo>
                  <a:lnTo>
                    <a:pt x="0" y="294556"/>
                  </a:lnTo>
                  <a:cubicBezTo>
                    <a:pt x="0" y="216435"/>
                    <a:pt x="31033" y="141513"/>
                    <a:pt x="86273" y="86273"/>
                  </a:cubicBezTo>
                  <a:cubicBezTo>
                    <a:pt x="141513" y="31033"/>
                    <a:pt x="216435" y="0"/>
                    <a:pt x="2945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096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841313" y="8038176"/>
            <a:ext cx="3931920" cy="1005840"/>
            <a:chOff x="0" y="0"/>
            <a:chExt cx="524256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54955" y="8786841"/>
            <a:ext cx="4141408" cy="502920"/>
            <a:chOff x="0" y="0"/>
            <a:chExt cx="5521877" cy="6705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21877" cy="670560"/>
            </a:xfrm>
            <a:custGeom>
              <a:avLst/>
              <a:gdLst/>
              <a:ahLst/>
              <a:cxnLst/>
              <a:rect r="r" b="b" t="t" l="l"/>
              <a:pathLst>
                <a:path h="670560" w="5521877">
                  <a:moveTo>
                    <a:pt x="335280" y="0"/>
                  </a:moveTo>
                  <a:lnTo>
                    <a:pt x="5186597" y="0"/>
                  </a:lnTo>
                  <a:cubicBezTo>
                    <a:pt x="5371767" y="0"/>
                    <a:pt x="5521877" y="150110"/>
                    <a:pt x="5521877" y="335280"/>
                  </a:cubicBezTo>
                  <a:lnTo>
                    <a:pt x="5521877" y="335280"/>
                  </a:lnTo>
                  <a:cubicBezTo>
                    <a:pt x="5521877" y="424202"/>
                    <a:pt x="5486553" y="509482"/>
                    <a:pt x="5423676" y="572359"/>
                  </a:cubicBezTo>
                  <a:cubicBezTo>
                    <a:pt x="5360798" y="635236"/>
                    <a:pt x="5275519" y="670560"/>
                    <a:pt x="5186597" y="670560"/>
                  </a:cubicBezTo>
                  <a:lnTo>
                    <a:pt x="335280" y="670560"/>
                  </a:lnTo>
                  <a:cubicBezTo>
                    <a:pt x="150110" y="670560"/>
                    <a:pt x="0" y="520450"/>
                    <a:pt x="0" y="335280"/>
                  </a:cubicBezTo>
                  <a:lnTo>
                    <a:pt x="0" y="335280"/>
                  </a:lnTo>
                  <a:cubicBezTo>
                    <a:pt x="0" y="150110"/>
                    <a:pt x="150110" y="0"/>
                    <a:pt x="335280" y="0"/>
                  </a:cubicBezTo>
                  <a:close/>
                </a:path>
              </a:pathLst>
            </a:custGeom>
            <a:solidFill>
              <a:srgbClr val="FFC423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521877" cy="708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Warehouse Coordination System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48640" y="9235440"/>
            <a:ext cx="12801600" cy="640080"/>
            <a:chOff x="0" y="0"/>
            <a:chExt cx="1706880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9430" r="0" b="-33943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48640" y="9206865"/>
            <a:ext cx="12801600" cy="668655"/>
            <a:chOff x="0" y="0"/>
            <a:chExt cx="17068800" cy="8915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068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3046" r="0" b="-3230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7068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77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SLIIT | Faculty of Computing  ·  Software Engineering Specialization  ·  2026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-12697" y="9862823"/>
            <a:ext cx="18313336" cy="436816"/>
          </a:xfrm>
          <a:custGeom>
            <a:avLst/>
            <a:gdLst/>
            <a:ahLst/>
            <a:cxnLst/>
            <a:rect r="r" b="b" t="t" l="l"/>
            <a:pathLst>
              <a:path h="436816" w="18313336">
                <a:moveTo>
                  <a:pt x="0" y="0"/>
                </a:moveTo>
                <a:lnTo>
                  <a:pt x="18313337" y="0"/>
                </a:lnTo>
                <a:lnTo>
                  <a:pt x="18313337" y="436817"/>
                </a:lnTo>
                <a:lnTo>
                  <a:pt x="0" y="4368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584804" y="2735197"/>
            <a:ext cx="17292509" cy="3993551"/>
            <a:chOff x="0" y="0"/>
            <a:chExt cx="4554406" cy="1051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54406" cy="1051800"/>
            </a:xfrm>
            <a:custGeom>
              <a:avLst/>
              <a:gdLst/>
              <a:ahLst/>
              <a:cxnLst/>
              <a:rect r="r" b="b" t="t" l="l"/>
              <a:pathLst>
                <a:path h="1051800" w="4554406">
                  <a:moveTo>
                    <a:pt x="7611" y="0"/>
                  </a:moveTo>
                  <a:lnTo>
                    <a:pt x="4546795" y="0"/>
                  </a:lnTo>
                  <a:cubicBezTo>
                    <a:pt x="4550998" y="0"/>
                    <a:pt x="4554406" y="3408"/>
                    <a:pt x="4554406" y="7611"/>
                  </a:cubicBezTo>
                  <a:lnTo>
                    <a:pt x="4554406" y="1044189"/>
                  </a:lnTo>
                  <a:cubicBezTo>
                    <a:pt x="4554406" y="1046207"/>
                    <a:pt x="4553604" y="1048143"/>
                    <a:pt x="4552176" y="1049570"/>
                  </a:cubicBezTo>
                  <a:cubicBezTo>
                    <a:pt x="4550749" y="1050998"/>
                    <a:pt x="4548813" y="1051800"/>
                    <a:pt x="4546795" y="1051800"/>
                  </a:cubicBezTo>
                  <a:lnTo>
                    <a:pt x="7611" y="1051800"/>
                  </a:lnTo>
                  <a:cubicBezTo>
                    <a:pt x="5592" y="1051800"/>
                    <a:pt x="3657" y="1050998"/>
                    <a:pt x="2229" y="1049570"/>
                  </a:cubicBezTo>
                  <a:cubicBezTo>
                    <a:pt x="802" y="1048143"/>
                    <a:pt x="0" y="1046207"/>
                    <a:pt x="0" y="1044189"/>
                  </a:cubicBezTo>
                  <a:lnTo>
                    <a:pt x="0" y="7611"/>
                  </a:lnTo>
                  <a:cubicBezTo>
                    <a:pt x="0" y="5592"/>
                    <a:pt x="802" y="3657"/>
                    <a:pt x="2229" y="2229"/>
                  </a:cubicBezTo>
                  <a:cubicBezTo>
                    <a:pt x="3657" y="802"/>
                    <a:pt x="5592" y="0"/>
                    <a:pt x="7611" y="0"/>
                  </a:cubicBezTo>
                  <a:close/>
                </a:path>
              </a:pathLst>
            </a:custGeom>
            <a:solidFill>
              <a:srgbClr val="E8A938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554406" cy="108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584804" y="2735197"/>
            <a:ext cx="17292509" cy="3993551"/>
          </a:xfrm>
          <a:custGeom>
            <a:avLst/>
            <a:gdLst/>
            <a:ahLst/>
            <a:cxnLst/>
            <a:rect r="r" b="b" t="t" l="l"/>
            <a:pathLst>
              <a:path h="3993551" w="17292509">
                <a:moveTo>
                  <a:pt x="0" y="0"/>
                </a:moveTo>
                <a:lnTo>
                  <a:pt x="17292509" y="0"/>
                </a:lnTo>
                <a:lnTo>
                  <a:pt x="17292509" y="3993551"/>
                </a:lnTo>
                <a:lnTo>
                  <a:pt x="0" y="399355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320" t="0" r="-132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171640" cy="10312337"/>
          </a:xfrm>
          <a:custGeom>
            <a:avLst/>
            <a:gdLst/>
            <a:ahLst/>
            <a:cxnLst/>
            <a:rect r="r" b="b" t="t" l="l"/>
            <a:pathLst>
              <a:path h="10312337" w="171640">
                <a:moveTo>
                  <a:pt x="0" y="0"/>
                </a:moveTo>
                <a:lnTo>
                  <a:pt x="171641" y="0"/>
                </a:lnTo>
                <a:lnTo>
                  <a:pt x="171641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3335" y="-12697"/>
            <a:ext cx="98488" cy="10312337"/>
          </a:xfrm>
          <a:custGeom>
            <a:avLst/>
            <a:gdLst/>
            <a:ahLst/>
            <a:cxnLst/>
            <a:rect r="r" b="b" t="t" l="l"/>
            <a:pathLst>
              <a:path h="10312337" w="98488">
                <a:moveTo>
                  <a:pt x="0" y="0"/>
                </a:moveTo>
                <a:lnTo>
                  <a:pt x="98489" y="0"/>
                </a:lnTo>
                <a:lnTo>
                  <a:pt x="98489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63567" y="1870796"/>
            <a:ext cx="11912537" cy="116776"/>
          </a:xfrm>
          <a:custGeom>
            <a:avLst/>
            <a:gdLst/>
            <a:ahLst/>
            <a:cxnLst/>
            <a:rect r="r" b="b" t="t" l="l"/>
            <a:pathLst>
              <a:path h="116776" w="11912537">
                <a:moveTo>
                  <a:pt x="0" y="0"/>
                </a:moveTo>
                <a:lnTo>
                  <a:pt x="11912537" y="0"/>
                </a:lnTo>
                <a:lnTo>
                  <a:pt x="11912537" y="116776"/>
                </a:lnTo>
                <a:lnTo>
                  <a:pt x="0" y="116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68994" y="315335"/>
            <a:ext cx="6854590" cy="1828800"/>
            <a:chOff x="0" y="0"/>
            <a:chExt cx="9139453" cy="243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39428" cy="2438400"/>
            </a:xfrm>
            <a:custGeom>
              <a:avLst/>
              <a:gdLst/>
              <a:ahLst/>
              <a:cxnLst/>
              <a:rect r="r" b="b" t="t" l="l"/>
              <a:pathLst>
                <a:path h="2438400" w="9139428">
                  <a:moveTo>
                    <a:pt x="0" y="0"/>
                  </a:moveTo>
                  <a:lnTo>
                    <a:pt x="9139428" y="0"/>
                  </a:lnTo>
                  <a:lnTo>
                    <a:pt x="913942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981" r="0" b="-2298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68994" y="222466"/>
            <a:ext cx="6854590" cy="1921669"/>
            <a:chOff x="0" y="0"/>
            <a:chExt cx="9139453" cy="25622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39453" cy="2562225"/>
            </a:xfrm>
            <a:custGeom>
              <a:avLst/>
              <a:gdLst/>
              <a:ahLst/>
              <a:cxnLst/>
              <a:rect r="r" b="b" t="t" l="l"/>
              <a:pathLst>
                <a:path h="2562225" w="9139453">
                  <a:moveTo>
                    <a:pt x="0" y="0"/>
                  </a:moveTo>
                  <a:lnTo>
                    <a:pt x="9139453" y="0"/>
                  </a:lnTo>
                  <a:lnTo>
                    <a:pt x="9139453" y="2562225"/>
                  </a:lnTo>
                  <a:lnTo>
                    <a:pt x="0" y="25622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503" r="0" b="-195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9139453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Supervision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12864" y="2396300"/>
            <a:ext cx="2752496" cy="1188720"/>
            <a:chOff x="0" y="0"/>
            <a:chExt cx="3669995" cy="158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70046" cy="1584960"/>
            </a:xfrm>
            <a:custGeom>
              <a:avLst/>
              <a:gdLst/>
              <a:ahLst/>
              <a:cxnLst/>
              <a:rect r="r" b="b" t="t" l="l"/>
              <a:pathLst>
                <a:path h="1584960" w="3670046">
                  <a:moveTo>
                    <a:pt x="0" y="0"/>
                  </a:moveTo>
                  <a:lnTo>
                    <a:pt x="3670046" y="0"/>
                  </a:lnTo>
                  <a:lnTo>
                    <a:pt x="3670046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448" t="0" r="-544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12864" y="2346293"/>
            <a:ext cx="2752496" cy="1238726"/>
            <a:chOff x="0" y="0"/>
            <a:chExt cx="3669995" cy="16516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9995" cy="1651635"/>
            </a:xfrm>
            <a:custGeom>
              <a:avLst/>
              <a:gdLst/>
              <a:ahLst/>
              <a:cxnLst/>
              <a:rect r="r" b="b" t="t" l="l"/>
              <a:pathLst>
                <a:path h="1651635" w="3669995">
                  <a:moveTo>
                    <a:pt x="0" y="0"/>
                  </a:moveTo>
                  <a:lnTo>
                    <a:pt x="3669995" y="0"/>
                  </a:lnTo>
                  <a:lnTo>
                    <a:pt x="3669995" y="1651635"/>
                  </a:lnTo>
                  <a:lnTo>
                    <a:pt x="0" y="16516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741" t="0" r="-774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669995" cy="171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E8A8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2210" y="7498718"/>
            <a:ext cx="3816306" cy="783955"/>
            <a:chOff x="0" y="0"/>
            <a:chExt cx="5088407" cy="10452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8382" cy="1045337"/>
            </a:xfrm>
            <a:custGeom>
              <a:avLst/>
              <a:gdLst/>
              <a:ahLst/>
              <a:cxnLst/>
              <a:rect r="r" b="b" t="t" l="l"/>
              <a:pathLst>
                <a:path h="1045337" w="5088382">
                  <a:moveTo>
                    <a:pt x="0" y="0"/>
                  </a:moveTo>
                  <a:lnTo>
                    <a:pt x="5088382" y="0"/>
                  </a:lnTo>
                  <a:lnTo>
                    <a:pt x="5088382" y="1045337"/>
                  </a:lnTo>
                  <a:lnTo>
                    <a:pt x="0" y="104533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784" r="0" b="-4477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210" y="7455856"/>
            <a:ext cx="3816306" cy="1189713"/>
            <a:chOff x="0" y="0"/>
            <a:chExt cx="5088407" cy="15862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8408" cy="1586284"/>
            </a:xfrm>
            <a:custGeom>
              <a:avLst/>
              <a:gdLst/>
              <a:ahLst/>
              <a:cxnLst/>
              <a:rect r="r" b="b" t="t" l="l"/>
              <a:pathLst>
                <a:path h="1586284" w="5088408">
                  <a:moveTo>
                    <a:pt x="0" y="0"/>
                  </a:moveTo>
                  <a:lnTo>
                    <a:pt x="5088408" y="0"/>
                  </a:lnTo>
                  <a:lnTo>
                    <a:pt x="5088408" y="1586284"/>
                  </a:lnTo>
                  <a:lnTo>
                    <a:pt x="0" y="158628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7754" r="0" b="27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088407" cy="164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Dr. Mahima Weerasinghe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Senior Lecturer (Higher Grade)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9235440"/>
            <a:ext cx="12801600" cy="640080"/>
            <a:chOff x="0" y="0"/>
            <a:chExt cx="17068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9430" r="0" b="-33943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640" y="9206865"/>
            <a:ext cx="12801600" cy="668655"/>
            <a:chOff x="0" y="0"/>
            <a:chExt cx="17068800" cy="8915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3046" r="0" b="-32304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068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77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SLIIT | Faculty of Computing  ·  Software Engineering Specialization  ·  2026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-12697" y="9862823"/>
            <a:ext cx="18313336" cy="436816"/>
          </a:xfrm>
          <a:custGeom>
            <a:avLst/>
            <a:gdLst/>
            <a:ahLst/>
            <a:cxnLst/>
            <a:rect r="r" b="b" t="t" l="l"/>
            <a:pathLst>
              <a:path h="436816" w="18313336">
                <a:moveTo>
                  <a:pt x="0" y="0"/>
                </a:moveTo>
                <a:lnTo>
                  <a:pt x="18313337" y="0"/>
                </a:lnTo>
                <a:lnTo>
                  <a:pt x="18313337" y="436817"/>
                </a:lnTo>
                <a:lnTo>
                  <a:pt x="0" y="4368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104574" y="2396300"/>
            <a:ext cx="3248444" cy="1188720"/>
            <a:chOff x="0" y="0"/>
            <a:chExt cx="4331259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31208" cy="1584960"/>
            </a:xfrm>
            <a:custGeom>
              <a:avLst/>
              <a:gdLst/>
              <a:ahLst/>
              <a:cxnLst/>
              <a:rect r="r" b="b" t="t" l="l"/>
              <a:pathLst>
                <a:path h="1584960" w="4331208">
                  <a:moveTo>
                    <a:pt x="0" y="0"/>
                  </a:moveTo>
                  <a:lnTo>
                    <a:pt x="4331208" y="0"/>
                  </a:lnTo>
                  <a:lnTo>
                    <a:pt x="433120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209" r="-1" b="-321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04574" y="2346293"/>
            <a:ext cx="3248444" cy="1238726"/>
            <a:chOff x="0" y="0"/>
            <a:chExt cx="4331259" cy="16516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31258" cy="1651635"/>
            </a:xfrm>
            <a:custGeom>
              <a:avLst/>
              <a:gdLst/>
              <a:ahLst/>
              <a:cxnLst/>
              <a:rect r="r" b="b" t="t" l="l"/>
              <a:pathLst>
                <a:path h="1651635" w="4331258">
                  <a:moveTo>
                    <a:pt x="0" y="0"/>
                  </a:moveTo>
                  <a:lnTo>
                    <a:pt x="4331258" y="0"/>
                  </a:lnTo>
                  <a:lnTo>
                    <a:pt x="4331258" y="1651635"/>
                  </a:lnTo>
                  <a:lnTo>
                    <a:pt x="0" y="16516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7" r="0" b="-10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4331259" cy="171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E8A8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 - SUPERVISOR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795437" y="2396300"/>
            <a:ext cx="3728904" cy="1188720"/>
            <a:chOff x="0" y="0"/>
            <a:chExt cx="4971872" cy="1584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1923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71923">
                  <a:moveTo>
                    <a:pt x="0" y="0"/>
                  </a:moveTo>
                  <a:lnTo>
                    <a:pt x="4971923" y="0"/>
                  </a:lnTo>
                  <a:lnTo>
                    <a:pt x="4971923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080" r="1" b="-1108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27958" y="2346293"/>
            <a:ext cx="4463863" cy="1238726"/>
            <a:chOff x="0" y="0"/>
            <a:chExt cx="5951817" cy="16516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51817" cy="1651635"/>
            </a:xfrm>
            <a:custGeom>
              <a:avLst/>
              <a:gdLst/>
              <a:ahLst/>
              <a:cxnLst/>
              <a:rect r="r" b="b" t="t" l="l"/>
              <a:pathLst>
                <a:path h="1651635" w="5951817">
                  <a:moveTo>
                    <a:pt x="0" y="0"/>
                  </a:moveTo>
                  <a:lnTo>
                    <a:pt x="5951817" y="0"/>
                  </a:lnTo>
                  <a:lnTo>
                    <a:pt x="5951817" y="1651635"/>
                  </a:lnTo>
                  <a:lnTo>
                    <a:pt x="0" y="16516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55" r="16464" b="-86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951817" cy="171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A8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EXTERNAL SUPERVISOR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271523" y="7166781"/>
            <a:ext cx="6664271" cy="2097567"/>
            <a:chOff x="0" y="0"/>
            <a:chExt cx="8885695" cy="27967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85682" cy="2796794"/>
            </a:xfrm>
            <a:custGeom>
              <a:avLst/>
              <a:gdLst/>
              <a:ahLst/>
              <a:cxnLst/>
              <a:rect r="r" b="b" t="t" l="l"/>
              <a:pathLst>
                <a:path h="2796794" w="8885682">
                  <a:moveTo>
                    <a:pt x="0" y="0"/>
                  </a:moveTo>
                  <a:lnTo>
                    <a:pt x="8885682" y="0"/>
                  </a:lnTo>
                  <a:lnTo>
                    <a:pt x="8885682" y="2796794"/>
                  </a:lnTo>
                  <a:lnTo>
                    <a:pt x="0" y="279679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863" r="0" b="-11862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271523" y="7123919"/>
            <a:ext cx="6664271" cy="2140429"/>
            <a:chOff x="0" y="0"/>
            <a:chExt cx="8885695" cy="28539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85695" cy="2853906"/>
            </a:xfrm>
            <a:custGeom>
              <a:avLst/>
              <a:gdLst/>
              <a:ahLst/>
              <a:cxnLst/>
              <a:rect r="r" b="b" t="t" l="l"/>
              <a:pathLst>
                <a:path h="2853906" w="8885695">
                  <a:moveTo>
                    <a:pt x="0" y="0"/>
                  </a:moveTo>
                  <a:lnTo>
                    <a:pt x="8885695" y="0"/>
                  </a:lnTo>
                  <a:lnTo>
                    <a:pt x="8885695" y="2853906"/>
                  </a:lnTo>
                  <a:lnTo>
                    <a:pt x="0" y="28539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667" r="0" b="-106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885695" cy="2911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Mr. Suranga Senanayake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Regional Manager, Paddy Marketing Board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MABM (Univ. of Ruhuna),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B.Sc. Agric. Specializing in Food Science (Wayamba Univ.),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DHRM (Univ. of Colombo)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881651" y="7465124"/>
            <a:ext cx="363342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Mr. Eishan Weerasinghe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B8D4BF"/>
                </a:solidFill>
                <a:latin typeface="Calibri (MS)"/>
                <a:ea typeface="Calibri (MS)"/>
                <a:cs typeface="Calibri (MS)"/>
                <a:sym typeface="Calibri (MS)"/>
              </a:rPr>
              <a:t>Lecturer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656140" y="3353857"/>
            <a:ext cx="3248406" cy="3812953"/>
            <a:chOff x="0" y="0"/>
            <a:chExt cx="4331208" cy="5083937"/>
          </a:xfrm>
        </p:grpSpPr>
        <p:sp>
          <p:nvSpPr>
            <p:cNvPr name="Freeform 43" id="43" descr="A person in a suit and tie  AI-generated content may be incorrect."/>
            <p:cNvSpPr/>
            <p:nvPr/>
          </p:nvSpPr>
          <p:spPr>
            <a:xfrm flipH="false" flipV="false" rot="0">
              <a:off x="0" y="0"/>
              <a:ext cx="4331208" cy="5083937"/>
            </a:xfrm>
            <a:custGeom>
              <a:avLst/>
              <a:gdLst/>
              <a:ahLst/>
              <a:cxnLst/>
              <a:rect r="r" b="b" t="t" l="l"/>
              <a:pathLst>
                <a:path h="5083937" w="4331208">
                  <a:moveTo>
                    <a:pt x="0" y="0"/>
                  </a:moveTo>
                  <a:lnTo>
                    <a:pt x="4331208" y="0"/>
                  </a:lnTo>
                  <a:lnTo>
                    <a:pt x="4331208" y="5083937"/>
                  </a:lnTo>
                  <a:lnTo>
                    <a:pt x="0" y="5083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" r="0" b="-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08108" y="3372431"/>
            <a:ext cx="3841337" cy="3841337"/>
            <a:chOff x="0" y="0"/>
            <a:chExt cx="5121783" cy="5121783"/>
          </a:xfrm>
        </p:grpSpPr>
        <p:sp>
          <p:nvSpPr>
            <p:cNvPr name="Freeform 45" id="45" descr="A person in a graduation gown  AI-generated content may be incorrect."/>
            <p:cNvSpPr/>
            <p:nvPr/>
          </p:nvSpPr>
          <p:spPr>
            <a:xfrm flipH="false" flipV="false" rot="0">
              <a:off x="0" y="0"/>
              <a:ext cx="5121783" cy="5121783"/>
            </a:xfrm>
            <a:custGeom>
              <a:avLst/>
              <a:gdLst/>
              <a:ahLst/>
              <a:cxnLst/>
              <a:rect r="r" b="b" t="t" l="l"/>
              <a:pathLst>
                <a:path h="5121783" w="5121783">
                  <a:moveTo>
                    <a:pt x="0" y="0"/>
                  </a:moveTo>
                  <a:lnTo>
                    <a:pt x="5121783" y="0"/>
                  </a:lnTo>
                  <a:lnTo>
                    <a:pt x="5121783" y="5121783"/>
                  </a:lnTo>
                  <a:lnTo>
                    <a:pt x="0" y="512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682966" y="3353857"/>
            <a:ext cx="3841337" cy="3848862"/>
            <a:chOff x="0" y="0"/>
            <a:chExt cx="5121783" cy="5131816"/>
          </a:xfrm>
        </p:grpSpPr>
        <p:sp>
          <p:nvSpPr>
            <p:cNvPr name="Freeform 47" id="47" descr="A person in a suit and tie  AI-generated content may be incorrect."/>
            <p:cNvSpPr/>
            <p:nvPr/>
          </p:nvSpPr>
          <p:spPr>
            <a:xfrm flipH="false" flipV="false" rot="0">
              <a:off x="0" y="0"/>
              <a:ext cx="5121783" cy="5131816"/>
            </a:xfrm>
            <a:custGeom>
              <a:avLst/>
              <a:gdLst/>
              <a:ahLst/>
              <a:cxnLst/>
              <a:rect r="r" b="b" t="t" l="l"/>
              <a:pathLst>
                <a:path h="5131816" w="5121783">
                  <a:moveTo>
                    <a:pt x="0" y="0"/>
                  </a:moveTo>
                  <a:lnTo>
                    <a:pt x="5121783" y="0"/>
                  </a:lnTo>
                  <a:lnTo>
                    <a:pt x="5121783" y="5131816"/>
                  </a:lnTo>
                  <a:lnTo>
                    <a:pt x="0" y="513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97" r="0" b="-97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81036"/>
            <a:chOff x="0" y="0"/>
            <a:chExt cx="24384000" cy="2241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41361"/>
            </a:xfrm>
            <a:custGeom>
              <a:avLst/>
              <a:gdLst/>
              <a:ahLst/>
              <a:cxnLst/>
              <a:rect r="r" b="b" t="t" l="l"/>
              <a:pathLst>
                <a:path h="22413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41361"/>
                  </a:lnTo>
                  <a:lnTo>
                    <a:pt x="0" y="224136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SLIIT | Faculty of Computing  ·  R26-SE-007  · 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51890" y="3075363"/>
            <a:ext cx="5297827" cy="1611916"/>
            <a:chOff x="0" y="0"/>
            <a:chExt cx="1395349" cy="4245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5349" cy="424561"/>
            </a:xfrm>
            <a:custGeom>
              <a:avLst/>
              <a:gdLst/>
              <a:ahLst/>
              <a:cxnLst/>
              <a:rect r="r" b="b" t="t" l="l"/>
              <a:pathLst>
                <a:path h="424561" w="1395349">
                  <a:moveTo>
                    <a:pt x="1395349" y="14613"/>
                  </a:moveTo>
                  <a:lnTo>
                    <a:pt x="1395349" y="409948"/>
                  </a:lnTo>
                  <a:cubicBezTo>
                    <a:pt x="1395349" y="418018"/>
                    <a:pt x="1388806" y="424561"/>
                    <a:pt x="1380736" y="424561"/>
                  </a:cubicBezTo>
                  <a:lnTo>
                    <a:pt x="14613" y="424561"/>
                  </a:lnTo>
                  <a:cubicBezTo>
                    <a:pt x="6543" y="424561"/>
                    <a:pt x="0" y="418018"/>
                    <a:pt x="0" y="409948"/>
                  </a:cubicBezTo>
                  <a:lnTo>
                    <a:pt x="0" y="14613"/>
                  </a:lnTo>
                  <a:cubicBezTo>
                    <a:pt x="0" y="6543"/>
                    <a:pt x="6543" y="0"/>
                    <a:pt x="14613" y="0"/>
                  </a:cubicBezTo>
                  <a:lnTo>
                    <a:pt x="1380736" y="0"/>
                  </a:lnTo>
                  <a:cubicBezTo>
                    <a:pt x="1384611" y="0"/>
                    <a:pt x="1388328" y="1540"/>
                    <a:pt x="1391069" y="4280"/>
                  </a:cubicBezTo>
                  <a:cubicBezTo>
                    <a:pt x="1393809" y="7021"/>
                    <a:pt x="1395349" y="10738"/>
                    <a:pt x="1395349" y="14613"/>
                  </a:cubicBezTo>
                  <a:close/>
                </a:path>
              </a:pathLst>
            </a:custGeom>
            <a:solidFill>
              <a:srgbClr val="2D7A4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5349" cy="462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50723" y="3390507"/>
            <a:ext cx="5348591" cy="1840444"/>
            <a:chOff x="0" y="0"/>
            <a:chExt cx="1408683" cy="4847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8683" cy="484726"/>
            </a:xfrm>
            <a:custGeom>
              <a:avLst/>
              <a:gdLst/>
              <a:ahLst/>
              <a:cxnLst/>
              <a:rect r="r" b="b" t="t" l="l"/>
              <a:pathLst>
                <a:path h="484726" w="1408683">
                  <a:moveTo>
                    <a:pt x="14475" y="0"/>
                  </a:moveTo>
                  <a:lnTo>
                    <a:pt x="1394208" y="0"/>
                  </a:lnTo>
                  <a:cubicBezTo>
                    <a:pt x="1398047" y="0"/>
                    <a:pt x="1401728" y="1525"/>
                    <a:pt x="1404443" y="4240"/>
                  </a:cubicBezTo>
                  <a:cubicBezTo>
                    <a:pt x="1407158" y="6954"/>
                    <a:pt x="1408683" y="10636"/>
                    <a:pt x="1408683" y="14475"/>
                  </a:cubicBezTo>
                  <a:lnTo>
                    <a:pt x="1408683" y="470251"/>
                  </a:lnTo>
                  <a:cubicBezTo>
                    <a:pt x="1408683" y="474090"/>
                    <a:pt x="1407158" y="477772"/>
                    <a:pt x="1404443" y="480486"/>
                  </a:cubicBezTo>
                  <a:cubicBezTo>
                    <a:pt x="1401728" y="483201"/>
                    <a:pt x="1398047" y="484726"/>
                    <a:pt x="1394208" y="484726"/>
                  </a:cubicBezTo>
                  <a:lnTo>
                    <a:pt x="14475" y="484726"/>
                  </a:lnTo>
                  <a:cubicBezTo>
                    <a:pt x="6481" y="484726"/>
                    <a:pt x="0" y="478245"/>
                    <a:pt x="0" y="470251"/>
                  </a:cubicBezTo>
                  <a:lnTo>
                    <a:pt x="0" y="14475"/>
                  </a:lnTo>
                  <a:cubicBezTo>
                    <a:pt x="0" y="6481"/>
                    <a:pt x="6481" y="0"/>
                    <a:pt x="14475" y="0"/>
                  </a:cubicBez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08683" cy="522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00601" y="300136"/>
            <a:ext cx="13300244" cy="1057050"/>
            <a:chOff x="0" y="0"/>
            <a:chExt cx="17733659" cy="1409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33659" cy="1409405"/>
            </a:xfrm>
            <a:custGeom>
              <a:avLst/>
              <a:gdLst/>
              <a:ahLst/>
              <a:cxnLst/>
              <a:rect r="r" b="b" t="t" l="l"/>
              <a:pathLst>
                <a:path h="1409405" w="17733659">
                  <a:moveTo>
                    <a:pt x="0" y="0"/>
                  </a:moveTo>
                  <a:lnTo>
                    <a:pt x="17733659" y="0"/>
                  </a:lnTo>
                  <a:lnTo>
                    <a:pt x="17733659" y="1409405"/>
                  </a:lnTo>
                  <a:lnTo>
                    <a:pt x="0" y="14094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482" r="-32001" b="-3087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733659" cy="1409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b="true" sz="3799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WE ARE ADDRESSING FOUR MAJOR PROBLEMS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218398" y="5449278"/>
            <a:ext cx="5297827" cy="1926434"/>
            <a:chOff x="0" y="0"/>
            <a:chExt cx="1395313" cy="5073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5313" cy="507373"/>
            </a:xfrm>
            <a:custGeom>
              <a:avLst/>
              <a:gdLst/>
              <a:ahLst/>
              <a:cxnLst/>
              <a:rect r="r" b="b" t="t" l="l"/>
              <a:pathLst>
                <a:path h="507373" w="1395313">
                  <a:moveTo>
                    <a:pt x="24843" y="0"/>
                  </a:moveTo>
                  <a:lnTo>
                    <a:pt x="1370470" y="0"/>
                  </a:lnTo>
                  <a:cubicBezTo>
                    <a:pt x="1384190" y="0"/>
                    <a:pt x="1395313" y="11122"/>
                    <a:pt x="1395313" y="24843"/>
                  </a:cubicBezTo>
                  <a:lnTo>
                    <a:pt x="1395313" y="482531"/>
                  </a:lnTo>
                  <a:cubicBezTo>
                    <a:pt x="1395313" y="496251"/>
                    <a:pt x="1384190" y="507373"/>
                    <a:pt x="1370470" y="507373"/>
                  </a:cubicBezTo>
                  <a:lnTo>
                    <a:pt x="24843" y="507373"/>
                  </a:lnTo>
                  <a:cubicBezTo>
                    <a:pt x="11122" y="507373"/>
                    <a:pt x="0" y="496251"/>
                    <a:pt x="0" y="482531"/>
                  </a:cubicBezTo>
                  <a:lnTo>
                    <a:pt x="0" y="24843"/>
                  </a:lnTo>
                  <a:cubicBezTo>
                    <a:pt x="0" y="11122"/>
                    <a:pt x="11122" y="0"/>
                    <a:pt x="24843" y="0"/>
                  </a:cubicBezTo>
                  <a:close/>
                </a:path>
              </a:pathLst>
            </a:custGeom>
            <a:solidFill>
              <a:srgbClr val="2D7A4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95313" cy="554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50723" y="6108224"/>
            <a:ext cx="5430756" cy="1910331"/>
            <a:chOff x="0" y="0"/>
            <a:chExt cx="1430323" cy="5031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0323" cy="503133"/>
            </a:xfrm>
            <a:custGeom>
              <a:avLst/>
              <a:gdLst/>
              <a:ahLst/>
              <a:cxnLst/>
              <a:rect r="r" b="b" t="t" l="l"/>
              <a:pathLst>
                <a:path h="503133" w="1430323">
                  <a:moveTo>
                    <a:pt x="14256" y="0"/>
                  </a:moveTo>
                  <a:lnTo>
                    <a:pt x="1416067" y="0"/>
                  </a:lnTo>
                  <a:cubicBezTo>
                    <a:pt x="1423940" y="0"/>
                    <a:pt x="1430323" y="6382"/>
                    <a:pt x="1430323" y="14256"/>
                  </a:cubicBezTo>
                  <a:lnTo>
                    <a:pt x="1430323" y="488877"/>
                  </a:lnTo>
                  <a:cubicBezTo>
                    <a:pt x="1430323" y="492658"/>
                    <a:pt x="1428821" y="496284"/>
                    <a:pt x="1426147" y="498957"/>
                  </a:cubicBezTo>
                  <a:cubicBezTo>
                    <a:pt x="1423474" y="501631"/>
                    <a:pt x="1419848" y="503133"/>
                    <a:pt x="1416067" y="503133"/>
                  </a:cubicBezTo>
                  <a:lnTo>
                    <a:pt x="14256" y="503133"/>
                  </a:lnTo>
                  <a:cubicBezTo>
                    <a:pt x="6382" y="503133"/>
                    <a:pt x="0" y="496750"/>
                    <a:pt x="0" y="488877"/>
                  </a:cubicBezTo>
                  <a:lnTo>
                    <a:pt x="0" y="14256"/>
                  </a:lnTo>
                  <a:cubicBezTo>
                    <a:pt x="0" y="10475"/>
                    <a:pt x="1502" y="6849"/>
                    <a:pt x="4175" y="4175"/>
                  </a:cubicBezTo>
                  <a:cubicBezTo>
                    <a:pt x="6849" y="1502"/>
                    <a:pt x="10475" y="0"/>
                    <a:pt x="14256" y="0"/>
                  </a:cubicBez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30323" cy="541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39131" y="185836"/>
            <a:ext cx="1304700" cy="1304700"/>
          </a:xfrm>
          <a:custGeom>
            <a:avLst/>
            <a:gdLst/>
            <a:ahLst/>
            <a:cxnLst/>
            <a:rect r="r" b="b" t="t" l="l"/>
            <a:pathLst>
              <a:path h="1304700" w="1304700">
                <a:moveTo>
                  <a:pt x="0" y="0"/>
                </a:moveTo>
                <a:lnTo>
                  <a:pt x="1304700" y="0"/>
                </a:lnTo>
                <a:lnTo>
                  <a:pt x="1304700" y="1304700"/>
                </a:lnTo>
                <a:lnTo>
                  <a:pt x="0" y="130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540934" y="3082632"/>
            <a:ext cx="4179191" cy="6844195"/>
          </a:xfrm>
          <a:custGeom>
            <a:avLst/>
            <a:gdLst/>
            <a:ahLst/>
            <a:cxnLst/>
            <a:rect r="r" b="b" t="t" l="l"/>
            <a:pathLst>
              <a:path h="6844195" w="4179191">
                <a:moveTo>
                  <a:pt x="0" y="0"/>
                </a:moveTo>
                <a:lnTo>
                  <a:pt x="4179191" y="0"/>
                </a:lnTo>
                <a:lnTo>
                  <a:pt x="4179191" y="6844194"/>
                </a:lnTo>
                <a:lnTo>
                  <a:pt x="0" y="684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89" t="0" r="-4589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679006" y="680127"/>
            <a:ext cx="5378904" cy="9421093"/>
          </a:xfrm>
          <a:custGeom>
            <a:avLst/>
            <a:gdLst/>
            <a:ahLst/>
            <a:cxnLst/>
            <a:rect r="r" b="b" t="t" l="l"/>
            <a:pathLst>
              <a:path h="9421093" w="5378904">
                <a:moveTo>
                  <a:pt x="0" y="0"/>
                </a:moveTo>
                <a:lnTo>
                  <a:pt x="5378904" y="0"/>
                </a:lnTo>
                <a:lnTo>
                  <a:pt x="5378904" y="9421094"/>
                </a:lnTo>
                <a:lnTo>
                  <a:pt x="0" y="9421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82" t="0" r="-8382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218398" y="2418138"/>
            <a:ext cx="410844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COMP</a:t>
            </a: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ONENT 01</a:t>
            </a:r>
          </a:p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AI DRIVEN PADDY PRICE FORECASTING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50723" y="2438007"/>
            <a:ext cx="465399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</a:t>
            </a: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OMPONENT 02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IOT INTEGRATED DIGITAL DASHBOARD FOR SMART PADDY FARMING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44537" y="4792053"/>
            <a:ext cx="52051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COMP</a:t>
            </a: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ONENT 03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AI POWERED FARMER MILLER MARKETPLACE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50723" y="5460524"/>
            <a:ext cx="530008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</a:t>
            </a: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OMPONENT 04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BLOCKCHAIN BASED WAREHOUSE COORDINATION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41563" y="3166910"/>
            <a:ext cx="49184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 face </a:t>
            </a: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unstable paddy prices, lack of reliable market information, and poor selling decisions, leading to financial losses.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16851" y="3472569"/>
            <a:ext cx="5182464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 lack re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al-time field monitoring, efficient resource management, early disease detection, and centralized farming insights, resulting in higher costs and reduced productivity.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69206" y="5548862"/>
            <a:ext cx="485734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 face </a:t>
            </a: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market access, unclear pricing, weak negotiation power, and low trust in digital marketplaces, reducing their income and market opportunities.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81396" y="6193949"/>
            <a:ext cx="5169411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arehouses face ma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nual coordination, insecure records, poor activity traceability, and limited audit transparency, causing delays and inefficient warehouse management.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9698"/>
            <a:ext cx="18288000" cy="12192000"/>
          </a:xfrm>
          <a:custGeom>
            <a:avLst/>
            <a:gdLst/>
            <a:ahLst/>
            <a:cxnLst/>
            <a:rect r="r" b="b" t="t" l="l"/>
            <a:pathLst>
              <a:path h="12192000" w="18288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714665"/>
            <a:chOff x="0" y="0"/>
            <a:chExt cx="24384000" cy="9528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952877"/>
            </a:xfrm>
            <a:custGeom>
              <a:avLst/>
              <a:gdLst/>
              <a:ahLst/>
              <a:cxnLst/>
              <a:rect r="r" b="b" t="t" l="l"/>
              <a:pathLst>
                <a:path h="95287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52877"/>
                  </a:lnTo>
                  <a:lnTo>
                    <a:pt x="0" y="952877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65760" y="0"/>
            <a:ext cx="17556480" cy="714665"/>
            <a:chOff x="0" y="0"/>
            <a:chExt cx="23408640" cy="952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08639" cy="952891"/>
            </a:xfrm>
            <a:custGeom>
              <a:avLst/>
              <a:gdLst/>
              <a:ahLst/>
              <a:cxnLst/>
              <a:rect r="r" b="b" t="t" l="l"/>
              <a:pathLst>
                <a:path h="952891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52891"/>
                  </a:lnTo>
                  <a:lnTo>
                    <a:pt x="0" y="952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735" r="0" b="-5046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3408640" cy="1019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Architecture: </a:t>
              </a:r>
              <a:r>
                <a:rPr lang="en-US" sz="3000" b="true">
                  <a:solidFill>
                    <a:srgbClr val="FFC4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Integrated AI-Driven Ecosystem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65627" y="5358053"/>
            <a:ext cx="8283799" cy="3492555"/>
            <a:chOff x="0" y="0"/>
            <a:chExt cx="23459440" cy="98907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23408639" cy="9839960"/>
            </a:xfrm>
            <a:custGeom>
              <a:avLst/>
              <a:gdLst/>
              <a:ahLst/>
              <a:cxnLst/>
              <a:rect r="r" b="b" t="t" l="l"/>
              <a:pathLst>
                <a:path h="983996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839960"/>
                  </a:lnTo>
                  <a:lnTo>
                    <a:pt x="0" y="9839960"/>
                  </a:lnTo>
                  <a:close/>
                </a:path>
              </a:pathLst>
            </a:custGeom>
            <a:blipFill>
              <a:blip r:embed="rId3"/>
              <a:stretch>
                <a:fillRect l="-4211" t="-258" r="-4211" b="-25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-1280160" y="0"/>
              <a:ext cx="24739599" cy="9890760"/>
            </a:xfrm>
            <a:custGeom>
              <a:avLst/>
              <a:gdLst/>
              <a:ahLst/>
              <a:cxnLst/>
              <a:rect r="r" b="b" t="t" l="l"/>
              <a:pathLst>
                <a:path h="9890760" w="24739599">
                  <a:moveTo>
                    <a:pt x="1661160" y="0"/>
                  </a:moveTo>
                  <a:lnTo>
                    <a:pt x="1813560" y="0"/>
                  </a:lnTo>
                  <a:lnTo>
                    <a:pt x="1813560" y="50800"/>
                  </a:lnTo>
                  <a:lnTo>
                    <a:pt x="1661160" y="50800"/>
                  </a:lnTo>
                  <a:close/>
                  <a:moveTo>
                    <a:pt x="2016760" y="0"/>
                  </a:moveTo>
                  <a:lnTo>
                    <a:pt x="2169160" y="0"/>
                  </a:lnTo>
                  <a:lnTo>
                    <a:pt x="2169160" y="50800"/>
                  </a:lnTo>
                  <a:lnTo>
                    <a:pt x="2016760" y="50800"/>
                  </a:lnTo>
                  <a:close/>
                  <a:moveTo>
                    <a:pt x="2372360" y="0"/>
                  </a:moveTo>
                  <a:lnTo>
                    <a:pt x="2524760" y="0"/>
                  </a:lnTo>
                  <a:lnTo>
                    <a:pt x="2524760" y="50800"/>
                  </a:lnTo>
                  <a:lnTo>
                    <a:pt x="2372360" y="50800"/>
                  </a:lnTo>
                  <a:close/>
                  <a:moveTo>
                    <a:pt x="2727960" y="50800"/>
                  </a:moveTo>
                  <a:lnTo>
                    <a:pt x="2880360" y="50800"/>
                  </a:lnTo>
                  <a:lnTo>
                    <a:pt x="2727960" y="50800"/>
                  </a:lnTo>
                  <a:close/>
                  <a:moveTo>
                    <a:pt x="3083560" y="50800"/>
                  </a:moveTo>
                  <a:lnTo>
                    <a:pt x="3235960" y="50800"/>
                  </a:lnTo>
                  <a:lnTo>
                    <a:pt x="3083560" y="50800"/>
                  </a:lnTo>
                  <a:close/>
                  <a:moveTo>
                    <a:pt x="3439160" y="50800"/>
                  </a:moveTo>
                  <a:lnTo>
                    <a:pt x="3591560" y="50800"/>
                  </a:lnTo>
                  <a:lnTo>
                    <a:pt x="3439160" y="50800"/>
                  </a:lnTo>
                  <a:close/>
                  <a:moveTo>
                    <a:pt x="3794760" y="50800"/>
                  </a:moveTo>
                  <a:lnTo>
                    <a:pt x="3947160" y="50800"/>
                  </a:lnTo>
                  <a:lnTo>
                    <a:pt x="3794760" y="50800"/>
                  </a:lnTo>
                  <a:close/>
                  <a:moveTo>
                    <a:pt x="4150360" y="50800"/>
                  </a:moveTo>
                  <a:lnTo>
                    <a:pt x="4302760" y="50800"/>
                  </a:lnTo>
                  <a:lnTo>
                    <a:pt x="4150360" y="50800"/>
                  </a:lnTo>
                  <a:close/>
                  <a:moveTo>
                    <a:pt x="4505960" y="50800"/>
                  </a:moveTo>
                  <a:lnTo>
                    <a:pt x="4658360" y="50800"/>
                  </a:lnTo>
                  <a:lnTo>
                    <a:pt x="4505960" y="50800"/>
                  </a:lnTo>
                  <a:close/>
                  <a:moveTo>
                    <a:pt x="4861560" y="50800"/>
                  </a:moveTo>
                  <a:lnTo>
                    <a:pt x="5013960" y="50800"/>
                  </a:lnTo>
                  <a:lnTo>
                    <a:pt x="4861560" y="50800"/>
                  </a:lnTo>
                  <a:close/>
                  <a:moveTo>
                    <a:pt x="5217160" y="50800"/>
                  </a:moveTo>
                  <a:lnTo>
                    <a:pt x="5369560" y="50800"/>
                  </a:lnTo>
                  <a:lnTo>
                    <a:pt x="5217160" y="50800"/>
                  </a:lnTo>
                  <a:close/>
                  <a:moveTo>
                    <a:pt x="5572760" y="50800"/>
                  </a:moveTo>
                  <a:lnTo>
                    <a:pt x="5725160" y="50800"/>
                  </a:lnTo>
                  <a:lnTo>
                    <a:pt x="5572760" y="50800"/>
                  </a:lnTo>
                  <a:close/>
                  <a:moveTo>
                    <a:pt x="5928360" y="50800"/>
                  </a:moveTo>
                  <a:lnTo>
                    <a:pt x="6080760" y="50800"/>
                  </a:lnTo>
                  <a:lnTo>
                    <a:pt x="5928360" y="50800"/>
                  </a:lnTo>
                  <a:close/>
                  <a:moveTo>
                    <a:pt x="6283960" y="50800"/>
                  </a:moveTo>
                  <a:lnTo>
                    <a:pt x="6436360" y="50800"/>
                  </a:lnTo>
                  <a:lnTo>
                    <a:pt x="6283960" y="50800"/>
                  </a:lnTo>
                  <a:close/>
                  <a:moveTo>
                    <a:pt x="6639560" y="50800"/>
                  </a:moveTo>
                  <a:lnTo>
                    <a:pt x="6791960" y="50800"/>
                  </a:lnTo>
                  <a:lnTo>
                    <a:pt x="6639560" y="50800"/>
                  </a:lnTo>
                  <a:close/>
                  <a:moveTo>
                    <a:pt x="6995160" y="50800"/>
                  </a:moveTo>
                  <a:lnTo>
                    <a:pt x="7147560" y="50800"/>
                  </a:lnTo>
                  <a:lnTo>
                    <a:pt x="6995160" y="50800"/>
                  </a:lnTo>
                  <a:close/>
                  <a:moveTo>
                    <a:pt x="7350760" y="50800"/>
                  </a:moveTo>
                  <a:lnTo>
                    <a:pt x="7503160" y="50800"/>
                  </a:lnTo>
                  <a:lnTo>
                    <a:pt x="7350760" y="50800"/>
                  </a:lnTo>
                  <a:close/>
                  <a:moveTo>
                    <a:pt x="7706360" y="50800"/>
                  </a:moveTo>
                  <a:lnTo>
                    <a:pt x="7858760" y="50800"/>
                  </a:lnTo>
                  <a:lnTo>
                    <a:pt x="7706360" y="50800"/>
                  </a:lnTo>
                  <a:close/>
                  <a:moveTo>
                    <a:pt x="8061960" y="50800"/>
                  </a:moveTo>
                  <a:lnTo>
                    <a:pt x="8214360" y="50800"/>
                  </a:lnTo>
                  <a:lnTo>
                    <a:pt x="8061960" y="50800"/>
                  </a:lnTo>
                  <a:close/>
                  <a:moveTo>
                    <a:pt x="8417560" y="50800"/>
                  </a:moveTo>
                  <a:lnTo>
                    <a:pt x="8569960" y="50800"/>
                  </a:lnTo>
                  <a:lnTo>
                    <a:pt x="8417560" y="50800"/>
                  </a:lnTo>
                  <a:close/>
                  <a:moveTo>
                    <a:pt x="8773160" y="50800"/>
                  </a:moveTo>
                  <a:lnTo>
                    <a:pt x="8925560" y="50800"/>
                  </a:lnTo>
                  <a:lnTo>
                    <a:pt x="8773160" y="50800"/>
                  </a:lnTo>
                  <a:close/>
                  <a:moveTo>
                    <a:pt x="9128760" y="50800"/>
                  </a:moveTo>
                  <a:lnTo>
                    <a:pt x="9281160" y="50800"/>
                  </a:lnTo>
                  <a:lnTo>
                    <a:pt x="9128760" y="50800"/>
                  </a:lnTo>
                  <a:close/>
                  <a:moveTo>
                    <a:pt x="9484360" y="50800"/>
                  </a:moveTo>
                  <a:lnTo>
                    <a:pt x="9636760" y="50800"/>
                  </a:lnTo>
                  <a:lnTo>
                    <a:pt x="9484360" y="50800"/>
                  </a:lnTo>
                  <a:close/>
                  <a:moveTo>
                    <a:pt x="9839960" y="50800"/>
                  </a:moveTo>
                  <a:lnTo>
                    <a:pt x="9992360" y="50800"/>
                  </a:lnTo>
                  <a:lnTo>
                    <a:pt x="9839960" y="50800"/>
                  </a:lnTo>
                  <a:close/>
                  <a:moveTo>
                    <a:pt x="10195560" y="50800"/>
                  </a:moveTo>
                  <a:lnTo>
                    <a:pt x="10347960" y="50800"/>
                  </a:lnTo>
                  <a:lnTo>
                    <a:pt x="10195560" y="50800"/>
                  </a:lnTo>
                  <a:close/>
                  <a:moveTo>
                    <a:pt x="10551160" y="50800"/>
                  </a:moveTo>
                  <a:lnTo>
                    <a:pt x="10703560" y="50800"/>
                  </a:lnTo>
                  <a:lnTo>
                    <a:pt x="10551160" y="50800"/>
                  </a:lnTo>
                  <a:close/>
                  <a:moveTo>
                    <a:pt x="10906760" y="50800"/>
                  </a:moveTo>
                  <a:lnTo>
                    <a:pt x="11059160" y="50800"/>
                  </a:lnTo>
                  <a:lnTo>
                    <a:pt x="10906760" y="50800"/>
                  </a:lnTo>
                  <a:close/>
                  <a:moveTo>
                    <a:pt x="11262360" y="50800"/>
                  </a:moveTo>
                  <a:lnTo>
                    <a:pt x="11414760" y="50800"/>
                  </a:lnTo>
                  <a:lnTo>
                    <a:pt x="11262360" y="50800"/>
                  </a:lnTo>
                  <a:close/>
                  <a:moveTo>
                    <a:pt x="11617960" y="50800"/>
                  </a:moveTo>
                  <a:lnTo>
                    <a:pt x="11770360" y="50800"/>
                  </a:lnTo>
                  <a:lnTo>
                    <a:pt x="11617960" y="50800"/>
                  </a:lnTo>
                  <a:close/>
                  <a:moveTo>
                    <a:pt x="11973560" y="50800"/>
                  </a:moveTo>
                  <a:lnTo>
                    <a:pt x="12125960" y="50800"/>
                  </a:lnTo>
                  <a:lnTo>
                    <a:pt x="11973560" y="50800"/>
                  </a:lnTo>
                  <a:close/>
                  <a:moveTo>
                    <a:pt x="12329160" y="50800"/>
                  </a:moveTo>
                  <a:lnTo>
                    <a:pt x="12481560" y="50800"/>
                  </a:lnTo>
                  <a:lnTo>
                    <a:pt x="12329160" y="50800"/>
                  </a:lnTo>
                  <a:close/>
                  <a:moveTo>
                    <a:pt x="12684760" y="50800"/>
                  </a:moveTo>
                  <a:lnTo>
                    <a:pt x="12837160" y="50800"/>
                  </a:lnTo>
                  <a:lnTo>
                    <a:pt x="12684760" y="50800"/>
                  </a:lnTo>
                  <a:close/>
                  <a:moveTo>
                    <a:pt x="13040360" y="50800"/>
                  </a:moveTo>
                  <a:lnTo>
                    <a:pt x="13192760" y="50800"/>
                  </a:lnTo>
                  <a:lnTo>
                    <a:pt x="13040360" y="50800"/>
                  </a:lnTo>
                  <a:close/>
                  <a:moveTo>
                    <a:pt x="13395960" y="50800"/>
                  </a:moveTo>
                  <a:lnTo>
                    <a:pt x="13548360" y="50800"/>
                  </a:lnTo>
                  <a:lnTo>
                    <a:pt x="13395960" y="50800"/>
                  </a:lnTo>
                  <a:close/>
                  <a:moveTo>
                    <a:pt x="13751560" y="50800"/>
                  </a:moveTo>
                  <a:lnTo>
                    <a:pt x="13903960" y="50800"/>
                  </a:lnTo>
                  <a:lnTo>
                    <a:pt x="13751560" y="50800"/>
                  </a:lnTo>
                  <a:close/>
                  <a:moveTo>
                    <a:pt x="14107160" y="50800"/>
                  </a:moveTo>
                  <a:lnTo>
                    <a:pt x="14259560" y="50800"/>
                  </a:lnTo>
                  <a:lnTo>
                    <a:pt x="14107160" y="50800"/>
                  </a:lnTo>
                  <a:close/>
                  <a:moveTo>
                    <a:pt x="14462760" y="50800"/>
                  </a:moveTo>
                  <a:lnTo>
                    <a:pt x="14615160" y="50800"/>
                  </a:lnTo>
                  <a:lnTo>
                    <a:pt x="14462760" y="50800"/>
                  </a:lnTo>
                  <a:close/>
                  <a:moveTo>
                    <a:pt x="14818360" y="50800"/>
                  </a:moveTo>
                  <a:lnTo>
                    <a:pt x="14970760" y="50800"/>
                  </a:lnTo>
                  <a:lnTo>
                    <a:pt x="14818360" y="50800"/>
                  </a:lnTo>
                  <a:close/>
                  <a:moveTo>
                    <a:pt x="15173960" y="50800"/>
                  </a:moveTo>
                  <a:lnTo>
                    <a:pt x="15326360" y="50800"/>
                  </a:lnTo>
                  <a:lnTo>
                    <a:pt x="15173960" y="50800"/>
                  </a:lnTo>
                  <a:close/>
                  <a:moveTo>
                    <a:pt x="15529560" y="50800"/>
                  </a:moveTo>
                  <a:lnTo>
                    <a:pt x="15681960" y="50800"/>
                  </a:lnTo>
                  <a:lnTo>
                    <a:pt x="15529560" y="50800"/>
                  </a:lnTo>
                  <a:close/>
                  <a:moveTo>
                    <a:pt x="15885160" y="50800"/>
                  </a:moveTo>
                  <a:lnTo>
                    <a:pt x="16037560" y="50800"/>
                  </a:lnTo>
                  <a:lnTo>
                    <a:pt x="15885160" y="50800"/>
                  </a:lnTo>
                  <a:close/>
                  <a:moveTo>
                    <a:pt x="16240760" y="50800"/>
                  </a:moveTo>
                  <a:lnTo>
                    <a:pt x="16393160" y="50800"/>
                  </a:lnTo>
                  <a:lnTo>
                    <a:pt x="16240760" y="50800"/>
                  </a:lnTo>
                  <a:close/>
                  <a:moveTo>
                    <a:pt x="16596360" y="50800"/>
                  </a:moveTo>
                  <a:lnTo>
                    <a:pt x="16748760" y="50800"/>
                  </a:lnTo>
                  <a:lnTo>
                    <a:pt x="16596360" y="50800"/>
                  </a:lnTo>
                  <a:close/>
                  <a:moveTo>
                    <a:pt x="16951960" y="50800"/>
                  </a:moveTo>
                  <a:lnTo>
                    <a:pt x="17104360" y="50800"/>
                  </a:lnTo>
                  <a:lnTo>
                    <a:pt x="16951960" y="50800"/>
                  </a:lnTo>
                  <a:close/>
                  <a:moveTo>
                    <a:pt x="17307560" y="50800"/>
                  </a:moveTo>
                  <a:lnTo>
                    <a:pt x="17459960" y="50800"/>
                  </a:lnTo>
                  <a:lnTo>
                    <a:pt x="17307560" y="50800"/>
                  </a:lnTo>
                  <a:close/>
                  <a:moveTo>
                    <a:pt x="17663160" y="50800"/>
                  </a:moveTo>
                  <a:lnTo>
                    <a:pt x="17815560" y="50800"/>
                  </a:lnTo>
                  <a:lnTo>
                    <a:pt x="17663160" y="50800"/>
                  </a:lnTo>
                  <a:close/>
                  <a:moveTo>
                    <a:pt x="18018760" y="50800"/>
                  </a:moveTo>
                  <a:lnTo>
                    <a:pt x="18171160" y="50800"/>
                  </a:lnTo>
                  <a:lnTo>
                    <a:pt x="18018760" y="50800"/>
                  </a:lnTo>
                  <a:close/>
                  <a:moveTo>
                    <a:pt x="18374360" y="50800"/>
                  </a:moveTo>
                  <a:lnTo>
                    <a:pt x="18526760" y="50800"/>
                  </a:lnTo>
                  <a:lnTo>
                    <a:pt x="18374360" y="50800"/>
                  </a:lnTo>
                  <a:close/>
                  <a:moveTo>
                    <a:pt x="18729960" y="50800"/>
                  </a:moveTo>
                  <a:lnTo>
                    <a:pt x="18882360" y="50800"/>
                  </a:lnTo>
                  <a:lnTo>
                    <a:pt x="18729960" y="50800"/>
                  </a:lnTo>
                  <a:close/>
                  <a:moveTo>
                    <a:pt x="19085560" y="50800"/>
                  </a:moveTo>
                  <a:lnTo>
                    <a:pt x="19237960" y="50800"/>
                  </a:lnTo>
                  <a:lnTo>
                    <a:pt x="19085560" y="50800"/>
                  </a:lnTo>
                  <a:close/>
                  <a:moveTo>
                    <a:pt x="19441160" y="50800"/>
                  </a:moveTo>
                  <a:lnTo>
                    <a:pt x="19593560" y="50800"/>
                  </a:lnTo>
                  <a:lnTo>
                    <a:pt x="19441160" y="50800"/>
                  </a:lnTo>
                  <a:close/>
                  <a:moveTo>
                    <a:pt x="19796760" y="50800"/>
                  </a:moveTo>
                  <a:lnTo>
                    <a:pt x="19949160" y="50800"/>
                  </a:lnTo>
                  <a:lnTo>
                    <a:pt x="19796760" y="50800"/>
                  </a:lnTo>
                  <a:close/>
                  <a:moveTo>
                    <a:pt x="20152360" y="50800"/>
                  </a:moveTo>
                  <a:lnTo>
                    <a:pt x="20304760" y="50800"/>
                  </a:lnTo>
                  <a:lnTo>
                    <a:pt x="20152360" y="50800"/>
                  </a:lnTo>
                  <a:close/>
                  <a:moveTo>
                    <a:pt x="20507960" y="50800"/>
                  </a:moveTo>
                  <a:lnTo>
                    <a:pt x="20660360" y="50800"/>
                  </a:lnTo>
                  <a:lnTo>
                    <a:pt x="20507960" y="50800"/>
                  </a:lnTo>
                  <a:close/>
                  <a:moveTo>
                    <a:pt x="20863560" y="50800"/>
                  </a:moveTo>
                  <a:lnTo>
                    <a:pt x="21015960" y="50800"/>
                  </a:lnTo>
                  <a:lnTo>
                    <a:pt x="20863560" y="50800"/>
                  </a:lnTo>
                  <a:close/>
                  <a:moveTo>
                    <a:pt x="21219160" y="50800"/>
                  </a:moveTo>
                  <a:lnTo>
                    <a:pt x="21371560" y="50800"/>
                  </a:lnTo>
                  <a:lnTo>
                    <a:pt x="21219160" y="50800"/>
                  </a:lnTo>
                  <a:close/>
                  <a:moveTo>
                    <a:pt x="21574760" y="50800"/>
                  </a:moveTo>
                  <a:lnTo>
                    <a:pt x="21727160" y="50800"/>
                  </a:lnTo>
                  <a:lnTo>
                    <a:pt x="21574760" y="50800"/>
                  </a:lnTo>
                  <a:close/>
                  <a:moveTo>
                    <a:pt x="21930360" y="50800"/>
                  </a:moveTo>
                  <a:lnTo>
                    <a:pt x="22082760" y="50800"/>
                  </a:lnTo>
                  <a:lnTo>
                    <a:pt x="21930360" y="50800"/>
                  </a:lnTo>
                  <a:close/>
                  <a:moveTo>
                    <a:pt x="22285960" y="50800"/>
                  </a:moveTo>
                  <a:lnTo>
                    <a:pt x="22438360" y="50800"/>
                  </a:lnTo>
                  <a:lnTo>
                    <a:pt x="22285960" y="50800"/>
                  </a:lnTo>
                  <a:close/>
                  <a:moveTo>
                    <a:pt x="22641560" y="50800"/>
                  </a:moveTo>
                  <a:lnTo>
                    <a:pt x="22793960" y="50800"/>
                  </a:lnTo>
                  <a:lnTo>
                    <a:pt x="22641560" y="50800"/>
                  </a:lnTo>
                  <a:close/>
                  <a:moveTo>
                    <a:pt x="22997160" y="50800"/>
                  </a:moveTo>
                  <a:lnTo>
                    <a:pt x="23149560" y="50800"/>
                  </a:lnTo>
                  <a:lnTo>
                    <a:pt x="22997160" y="50800"/>
                  </a:lnTo>
                  <a:close/>
                  <a:moveTo>
                    <a:pt x="23352760" y="50800"/>
                  </a:moveTo>
                  <a:lnTo>
                    <a:pt x="23505160" y="50800"/>
                  </a:lnTo>
                  <a:lnTo>
                    <a:pt x="23352760" y="50800"/>
                  </a:lnTo>
                  <a:close/>
                  <a:moveTo>
                    <a:pt x="23708360" y="50800"/>
                  </a:moveTo>
                  <a:lnTo>
                    <a:pt x="23860760" y="50800"/>
                  </a:lnTo>
                  <a:lnTo>
                    <a:pt x="23708360" y="50800"/>
                  </a:lnTo>
                  <a:close/>
                  <a:moveTo>
                    <a:pt x="24063960" y="50800"/>
                  </a:moveTo>
                  <a:lnTo>
                    <a:pt x="24216360" y="50800"/>
                  </a:lnTo>
                  <a:lnTo>
                    <a:pt x="24063960" y="50800"/>
                  </a:lnTo>
                  <a:close/>
                  <a:moveTo>
                    <a:pt x="24419560" y="50800"/>
                  </a:moveTo>
                  <a:lnTo>
                    <a:pt x="24571960" y="50800"/>
                  </a:lnTo>
                  <a:lnTo>
                    <a:pt x="24419560" y="50800"/>
                  </a:lnTo>
                  <a:close/>
                  <a:moveTo>
                    <a:pt x="24739599" y="137160"/>
                  </a:moveTo>
                  <a:lnTo>
                    <a:pt x="24739599" y="289560"/>
                  </a:lnTo>
                  <a:lnTo>
                    <a:pt x="24688799" y="289560"/>
                  </a:lnTo>
                  <a:lnTo>
                    <a:pt x="24688799" y="86360"/>
                  </a:lnTo>
                  <a:close/>
                  <a:moveTo>
                    <a:pt x="24688799" y="441960"/>
                  </a:moveTo>
                  <a:lnTo>
                    <a:pt x="24688799" y="594360"/>
                  </a:lnTo>
                  <a:lnTo>
                    <a:pt x="24637999" y="594360"/>
                  </a:lnTo>
                  <a:lnTo>
                    <a:pt x="24637999" y="441960"/>
                  </a:lnTo>
                  <a:close/>
                  <a:moveTo>
                    <a:pt x="24637999" y="797560"/>
                  </a:moveTo>
                  <a:lnTo>
                    <a:pt x="24637999" y="949960"/>
                  </a:lnTo>
                  <a:lnTo>
                    <a:pt x="24587199" y="949960"/>
                  </a:lnTo>
                  <a:lnTo>
                    <a:pt x="24587199" y="797560"/>
                  </a:lnTo>
                  <a:close/>
                  <a:moveTo>
                    <a:pt x="24587199" y="1153160"/>
                  </a:moveTo>
                  <a:lnTo>
                    <a:pt x="24587199" y="1305560"/>
                  </a:lnTo>
                  <a:lnTo>
                    <a:pt x="24536399" y="1305560"/>
                  </a:lnTo>
                  <a:lnTo>
                    <a:pt x="24536399" y="1153160"/>
                  </a:lnTo>
                  <a:close/>
                  <a:moveTo>
                    <a:pt x="24536399" y="1508760"/>
                  </a:moveTo>
                  <a:lnTo>
                    <a:pt x="24536399" y="1661160"/>
                  </a:lnTo>
                  <a:lnTo>
                    <a:pt x="24485599" y="1661160"/>
                  </a:lnTo>
                  <a:lnTo>
                    <a:pt x="24485599" y="1508760"/>
                  </a:lnTo>
                  <a:close/>
                  <a:moveTo>
                    <a:pt x="24485599" y="1864360"/>
                  </a:moveTo>
                  <a:lnTo>
                    <a:pt x="24485599" y="2016760"/>
                  </a:lnTo>
                  <a:lnTo>
                    <a:pt x="24434799" y="2016760"/>
                  </a:lnTo>
                  <a:lnTo>
                    <a:pt x="24434799" y="1864360"/>
                  </a:lnTo>
                  <a:close/>
                  <a:moveTo>
                    <a:pt x="24434799" y="2219960"/>
                  </a:moveTo>
                  <a:lnTo>
                    <a:pt x="24434799" y="2372360"/>
                  </a:lnTo>
                  <a:lnTo>
                    <a:pt x="24383999" y="2372360"/>
                  </a:lnTo>
                  <a:lnTo>
                    <a:pt x="24383999" y="2219960"/>
                  </a:lnTo>
                  <a:close/>
                  <a:moveTo>
                    <a:pt x="24383999" y="2575560"/>
                  </a:moveTo>
                  <a:lnTo>
                    <a:pt x="24383999" y="2727960"/>
                  </a:lnTo>
                  <a:lnTo>
                    <a:pt x="24333199" y="2727960"/>
                  </a:lnTo>
                  <a:lnTo>
                    <a:pt x="24333199" y="2575560"/>
                  </a:lnTo>
                  <a:close/>
                  <a:moveTo>
                    <a:pt x="24333199" y="2931160"/>
                  </a:moveTo>
                  <a:lnTo>
                    <a:pt x="24333199" y="3083560"/>
                  </a:lnTo>
                  <a:lnTo>
                    <a:pt x="24282399" y="3083560"/>
                  </a:lnTo>
                  <a:lnTo>
                    <a:pt x="24282399" y="2931160"/>
                  </a:lnTo>
                  <a:close/>
                  <a:moveTo>
                    <a:pt x="24282399" y="3286760"/>
                  </a:moveTo>
                  <a:lnTo>
                    <a:pt x="24282399" y="3439160"/>
                  </a:lnTo>
                  <a:lnTo>
                    <a:pt x="24231599" y="3439160"/>
                  </a:lnTo>
                  <a:lnTo>
                    <a:pt x="24231599" y="3286760"/>
                  </a:lnTo>
                  <a:close/>
                  <a:moveTo>
                    <a:pt x="24231599" y="3642360"/>
                  </a:moveTo>
                  <a:lnTo>
                    <a:pt x="24231599" y="3794760"/>
                  </a:lnTo>
                  <a:lnTo>
                    <a:pt x="24180799" y="3794760"/>
                  </a:lnTo>
                  <a:lnTo>
                    <a:pt x="24180799" y="3642360"/>
                  </a:lnTo>
                  <a:close/>
                  <a:moveTo>
                    <a:pt x="24180799" y="3997960"/>
                  </a:moveTo>
                  <a:lnTo>
                    <a:pt x="24180799" y="4150360"/>
                  </a:lnTo>
                  <a:lnTo>
                    <a:pt x="24129999" y="4150360"/>
                  </a:lnTo>
                  <a:lnTo>
                    <a:pt x="24129999" y="3997960"/>
                  </a:lnTo>
                  <a:close/>
                  <a:moveTo>
                    <a:pt x="24129999" y="4353560"/>
                  </a:moveTo>
                  <a:lnTo>
                    <a:pt x="24129999" y="4505960"/>
                  </a:lnTo>
                  <a:lnTo>
                    <a:pt x="24079199" y="4505960"/>
                  </a:lnTo>
                  <a:lnTo>
                    <a:pt x="24079199" y="4353560"/>
                  </a:lnTo>
                  <a:close/>
                  <a:moveTo>
                    <a:pt x="24079199" y="4709160"/>
                  </a:moveTo>
                  <a:lnTo>
                    <a:pt x="24079199" y="4861560"/>
                  </a:lnTo>
                  <a:lnTo>
                    <a:pt x="24028399" y="4861560"/>
                  </a:lnTo>
                  <a:lnTo>
                    <a:pt x="24028399" y="4709160"/>
                  </a:lnTo>
                  <a:close/>
                  <a:moveTo>
                    <a:pt x="24028399" y="5064760"/>
                  </a:moveTo>
                  <a:lnTo>
                    <a:pt x="24028399" y="5217160"/>
                  </a:lnTo>
                  <a:lnTo>
                    <a:pt x="23977599" y="5217160"/>
                  </a:lnTo>
                  <a:lnTo>
                    <a:pt x="23977599" y="5064760"/>
                  </a:lnTo>
                  <a:close/>
                  <a:moveTo>
                    <a:pt x="23977599" y="5420360"/>
                  </a:moveTo>
                  <a:lnTo>
                    <a:pt x="23977599" y="5572760"/>
                  </a:lnTo>
                  <a:lnTo>
                    <a:pt x="23926799" y="5572760"/>
                  </a:lnTo>
                  <a:lnTo>
                    <a:pt x="23926799" y="5420360"/>
                  </a:lnTo>
                  <a:close/>
                  <a:moveTo>
                    <a:pt x="23926799" y="5775960"/>
                  </a:moveTo>
                  <a:lnTo>
                    <a:pt x="23926799" y="5928360"/>
                  </a:lnTo>
                  <a:lnTo>
                    <a:pt x="23875999" y="5928360"/>
                  </a:lnTo>
                  <a:lnTo>
                    <a:pt x="23875999" y="5775960"/>
                  </a:lnTo>
                  <a:close/>
                  <a:moveTo>
                    <a:pt x="23875999" y="6131560"/>
                  </a:moveTo>
                  <a:lnTo>
                    <a:pt x="23875999" y="6283960"/>
                  </a:lnTo>
                  <a:lnTo>
                    <a:pt x="23825199" y="6283960"/>
                  </a:lnTo>
                  <a:lnTo>
                    <a:pt x="23825199" y="6131560"/>
                  </a:lnTo>
                  <a:close/>
                  <a:moveTo>
                    <a:pt x="23825199" y="6487160"/>
                  </a:moveTo>
                  <a:lnTo>
                    <a:pt x="23825199" y="6639560"/>
                  </a:lnTo>
                  <a:lnTo>
                    <a:pt x="23774399" y="6639560"/>
                  </a:lnTo>
                  <a:lnTo>
                    <a:pt x="23774399" y="6487160"/>
                  </a:lnTo>
                  <a:close/>
                  <a:moveTo>
                    <a:pt x="23774399" y="6842760"/>
                  </a:moveTo>
                  <a:lnTo>
                    <a:pt x="23774399" y="6995160"/>
                  </a:lnTo>
                  <a:lnTo>
                    <a:pt x="23723599" y="6995160"/>
                  </a:lnTo>
                  <a:lnTo>
                    <a:pt x="23723599" y="6842760"/>
                  </a:lnTo>
                  <a:close/>
                  <a:moveTo>
                    <a:pt x="23723599" y="7198360"/>
                  </a:moveTo>
                  <a:lnTo>
                    <a:pt x="23723599" y="7350760"/>
                  </a:lnTo>
                  <a:lnTo>
                    <a:pt x="23672799" y="7350760"/>
                  </a:lnTo>
                  <a:lnTo>
                    <a:pt x="23672799" y="7198360"/>
                  </a:lnTo>
                  <a:close/>
                  <a:moveTo>
                    <a:pt x="23672799" y="7553960"/>
                  </a:moveTo>
                  <a:lnTo>
                    <a:pt x="23672799" y="7706360"/>
                  </a:lnTo>
                  <a:lnTo>
                    <a:pt x="23621999" y="7706360"/>
                  </a:lnTo>
                  <a:lnTo>
                    <a:pt x="23621999" y="7553960"/>
                  </a:lnTo>
                  <a:close/>
                  <a:moveTo>
                    <a:pt x="23621999" y="7909560"/>
                  </a:moveTo>
                  <a:lnTo>
                    <a:pt x="23621999" y="8061960"/>
                  </a:lnTo>
                  <a:lnTo>
                    <a:pt x="23571199" y="8061960"/>
                  </a:lnTo>
                  <a:lnTo>
                    <a:pt x="23571199" y="7909560"/>
                  </a:lnTo>
                  <a:close/>
                  <a:moveTo>
                    <a:pt x="23571199" y="8265160"/>
                  </a:moveTo>
                  <a:lnTo>
                    <a:pt x="23571199" y="8417560"/>
                  </a:lnTo>
                  <a:lnTo>
                    <a:pt x="23520399" y="8417560"/>
                  </a:lnTo>
                  <a:lnTo>
                    <a:pt x="23520399" y="8265160"/>
                  </a:lnTo>
                  <a:close/>
                  <a:moveTo>
                    <a:pt x="23520399" y="8620760"/>
                  </a:moveTo>
                  <a:lnTo>
                    <a:pt x="23520399" y="8773160"/>
                  </a:lnTo>
                  <a:lnTo>
                    <a:pt x="23469599" y="8773160"/>
                  </a:lnTo>
                  <a:lnTo>
                    <a:pt x="23469599" y="8620760"/>
                  </a:lnTo>
                  <a:close/>
                  <a:moveTo>
                    <a:pt x="23469599" y="8976360"/>
                  </a:moveTo>
                  <a:lnTo>
                    <a:pt x="23469599" y="9128760"/>
                  </a:lnTo>
                  <a:lnTo>
                    <a:pt x="23418799" y="9128760"/>
                  </a:lnTo>
                  <a:lnTo>
                    <a:pt x="23418799" y="8976360"/>
                  </a:lnTo>
                  <a:close/>
                  <a:moveTo>
                    <a:pt x="23418799" y="9331960"/>
                  </a:moveTo>
                  <a:lnTo>
                    <a:pt x="23418799" y="9484360"/>
                  </a:lnTo>
                  <a:lnTo>
                    <a:pt x="23367999" y="9484360"/>
                  </a:lnTo>
                  <a:lnTo>
                    <a:pt x="23367999" y="9331960"/>
                  </a:lnTo>
                  <a:close/>
                  <a:moveTo>
                    <a:pt x="23367999" y="9687560"/>
                  </a:moveTo>
                  <a:lnTo>
                    <a:pt x="23367999" y="9839960"/>
                  </a:lnTo>
                  <a:lnTo>
                    <a:pt x="23317199" y="9839960"/>
                  </a:lnTo>
                  <a:lnTo>
                    <a:pt x="23317199" y="9687560"/>
                  </a:lnTo>
                  <a:close/>
                  <a:moveTo>
                    <a:pt x="23113999" y="9890760"/>
                  </a:moveTo>
                  <a:lnTo>
                    <a:pt x="22961599" y="9890760"/>
                  </a:lnTo>
                  <a:lnTo>
                    <a:pt x="22961599" y="9839960"/>
                  </a:lnTo>
                  <a:lnTo>
                    <a:pt x="23113999" y="9839960"/>
                  </a:lnTo>
                  <a:close/>
                  <a:moveTo>
                    <a:pt x="22758399" y="9839960"/>
                  </a:moveTo>
                  <a:lnTo>
                    <a:pt x="22605999" y="9839960"/>
                  </a:lnTo>
                  <a:lnTo>
                    <a:pt x="22605999" y="9789160"/>
                  </a:lnTo>
                  <a:lnTo>
                    <a:pt x="22758399" y="9789160"/>
                  </a:lnTo>
                  <a:close/>
                  <a:moveTo>
                    <a:pt x="22402799" y="9789160"/>
                  </a:moveTo>
                  <a:lnTo>
                    <a:pt x="22250399" y="9789160"/>
                  </a:lnTo>
                  <a:lnTo>
                    <a:pt x="22250399" y="9738360"/>
                  </a:lnTo>
                  <a:lnTo>
                    <a:pt x="22402799" y="9738360"/>
                  </a:lnTo>
                  <a:close/>
                  <a:moveTo>
                    <a:pt x="22047199" y="9738360"/>
                  </a:moveTo>
                  <a:lnTo>
                    <a:pt x="21894799" y="9738360"/>
                  </a:lnTo>
                  <a:lnTo>
                    <a:pt x="21894799" y="9687560"/>
                  </a:lnTo>
                  <a:lnTo>
                    <a:pt x="22047199" y="9687560"/>
                  </a:lnTo>
                  <a:close/>
                  <a:moveTo>
                    <a:pt x="21691599" y="9687560"/>
                  </a:moveTo>
                  <a:lnTo>
                    <a:pt x="21539199" y="9687560"/>
                  </a:lnTo>
                  <a:lnTo>
                    <a:pt x="21539199" y="9636760"/>
                  </a:lnTo>
                  <a:lnTo>
                    <a:pt x="21691599" y="9636760"/>
                  </a:lnTo>
                  <a:close/>
                  <a:moveTo>
                    <a:pt x="21335999" y="9636760"/>
                  </a:moveTo>
                  <a:lnTo>
                    <a:pt x="21183599" y="9636760"/>
                  </a:lnTo>
                  <a:lnTo>
                    <a:pt x="21183599" y="9585960"/>
                  </a:lnTo>
                  <a:lnTo>
                    <a:pt x="21335999" y="9585960"/>
                  </a:lnTo>
                  <a:close/>
                  <a:moveTo>
                    <a:pt x="20980399" y="9585960"/>
                  </a:moveTo>
                  <a:lnTo>
                    <a:pt x="20827999" y="9585960"/>
                  </a:lnTo>
                  <a:lnTo>
                    <a:pt x="20827999" y="9535160"/>
                  </a:lnTo>
                  <a:lnTo>
                    <a:pt x="20980399" y="9535160"/>
                  </a:lnTo>
                  <a:close/>
                  <a:moveTo>
                    <a:pt x="20624799" y="9535160"/>
                  </a:moveTo>
                  <a:lnTo>
                    <a:pt x="20472399" y="9535160"/>
                  </a:lnTo>
                  <a:lnTo>
                    <a:pt x="20472399" y="9484360"/>
                  </a:lnTo>
                  <a:lnTo>
                    <a:pt x="20624799" y="9484360"/>
                  </a:lnTo>
                  <a:close/>
                  <a:moveTo>
                    <a:pt x="20269199" y="9484360"/>
                  </a:moveTo>
                  <a:lnTo>
                    <a:pt x="20116799" y="9484360"/>
                  </a:lnTo>
                  <a:lnTo>
                    <a:pt x="20116799" y="9433560"/>
                  </a:lnTo>
                  <a:lnTo>
                    <a:pt x="20269199" y="9433560"/>
                  </a:lnTo>
                  <a:close/>
                  <a:moveTo>
                    <a:pt x="19913599" y="9433560"/>
                  </a:moveTo>
                  <a:lnTo>
                    <a:pt x="19761199" y="9433560"/>
                  </a:lnTo>
                  <a:lnTo>
                    <a:pt x="19761199" y="9382760"/>
                  </a:lnTo>
                  <a:lnTo>
                    <a:pt x="19913599" y="9382760"/>
                  </a:lnTo>
                  <a:close/>
                  <a:moveTo>
                    <a:pt x="19557999" y="9382760"/>
                  </a:moveTo>
                  <a:lnTo>
                    <a:pt x="19405599" y="9382760"/>
                  </a:lnTo>
                  <a:lnTo>
                    <a:pt x="19405599" y="9331960"/>
                  </a:lnTo>
                  <a:lnTo>
                    <a:pt x="19557999" y="9331960"/>
                  </a:lnTo>
                  <a:close/>
                  <a:moveTo>
                    <a:pt x="19202399" y="9331960"/>
                  </a:moveTo>
                  <a:lnTo>
                    <a:pt x="19049999" y="9331960"/>
                  </a:lnTo>
                  <a:lnTo>
                    <a:pt x="19049999" y="9281160"/>
                  </a:lnTo>
                  <a:lnTo>
                    <a:pt x="19202399" y="9281160"/>
                  </a:lnTo>
                  <a:close/>
                  <a:moveTo>
                    <a:pt x="18846799" y="9281160"/>
                  </a:moveTo>
                  <a:lnTo>
                    <a:pt x="18694399" y="9281160"/>
                  </a:lnTo>
                  <a:lnTo>
                    <a:pt x="18694399" y="9230360"/>
                  </a:lnTo>
                  <a:lnTo>
                    <a:pt x="18846799" y="9230360"/>
                  </a:lnTo>
                  <a:close/>
                  <a:moveTo>
                    <a:pt x="18491199" y="9230360"/>
                  </a:moveTo>
                  <a:lnTo>
                    <a:pt x="18338799" y="9230360"/>
                  </a:lnTo>
                  <a:lnTo>
                    <a:pt x="18338799" y="9179560"/>
                  </a:lnTo>
                  <a:lnTo>
                    <a:pt x="18491199" y="9179560"/>
                  </a:lnTo>
                  <a:close/>
                  <a:moveTo>
                    <a:pt x="18135599" y="9179560"/>
                  </a:moveTo>
                  <a:lnTo>
                    <a:pt x="17983199" y="9179560"/>
                  </a:lnTo>
                  <a:lnTo>
                    <a:pt x="17983199" y="9128760"/>
                  </a:lnTo>
                  <a:lnTo>
                    <a:pt x="18135599" y="9128760"/>
                  </a:lnTo>
                  <a:close/>
                  <a:moveTo>
                    <a:pt x="17779999" y="9128760"/>
                  </a:moveTo>
                  <a:lnTo>
                    <a:pt x="17627599" y="9128760"/>
                  </a:lnTo>
                  <a:lnTo>
                    <a:pt x="17627599" y="9077960"/>
                  </a:lnTo>
                  <a:lnTo>
                    <a:pt x="17779999" y="9077960"/>
                  </a:lnTo>
                  <a:close/>
                  <a:moveTo>
                    <a:pt x="17424399" y="9077960"/>
                  </a:moveTo>
                  <a:lnTo>
                    <a:pt x="17271999" y="9077960"/>
                  </a:lnTo>
                  <a:lnTo>
                    <a:pt x="17271999" y="9027160"/>
                  </a:lnTo>
                  <a:lnTo>
                    <a:pt x="17424399" y="9027160"/>
                  </a:lnTo>
                  <a:close/>
                  <a:moveTo>
                    <a:pt x="17068799" y="9027160"/>
                  </a:moveTo>
                  <a:lnTo>
                    <a:pt x="16916399" y="9027160"/>
                  </a:lnTo>
                  <a:lnTo>
                    <a:pt x="16916399" y="8976360"/>
                  </a:lnTo>
                  <a:lnTo>
                    <a:pt x="17068799" y="8976360"/>
                  </a:lnTo>
                  <a:close/>
                  <a:moveTo>
                    <a:pt x="16713199" y="8976360"/>
                  </a:moveTo>
                  <a:lnTo>
                    <a:pt x="16560799" y="8976360"/>
                  </a:lnTo>
                  <a:lnTo>
                    <a:pt x="16560799" y="8925560"/>
                  </a:lnTo>
                  <a:lnTo>
                    <a:pt x="16713199" y="8925560"/>
                  </a:lnTo>
                  <a:close/>
                  <a:moveTo>
                    <a:pt x="16357599" y="8925560"/>
                  </a:moveTo>
                  <a:lnTo>
                    <a:pt x="16205199" y="8925560"/>
                  </a:lnTo>
                  <a:lnTo>
                    <a:pt x="16205199" y="8874760"/>
                  </a:lnTo>
                  <a:lnTo>
                    <a:pt x="16357599" y="8874760"/>
                  </a:lnTo>
                  <a:close/>
                  <a:moveTo>
                    <a:pt x="16001999" y="8874760"/>
                  </a:moveTo>
                  <a:lnTo>
                    <a:pt x="15849599" y="8874760"/>
                  </a:lnTo>
                  <a:lnTo>
                    <a:pt x="15849599" y="8823960"/>
                  </a:lnTo>
                  <a:lnTo>
                    <a:pt x="16001999" y="8823960"/>
                  </a:lnTo>
                  <a:close/>
                  <a:moveTo>
                    <a:pt x="15646399" y="8823960"/>
                  </a:moveTo>
                  <a:lnTo>
                    <a:pt x="15493999" y="8823960"/>
                  </a:lnTo>
                  <a:lnTo>
                    <a:pt x="15493999" y="8773160"/>
                  </a:lnTo>
                  <a:lnTo>
                    <a:pt x="15646399" y="8773160"/>
                  </a:lnTo>
                  <a:close/>
                  <a:moveTo>
                    <a:pt x="15290799" y="8773160"/>
                  </a:moveTo>
                  <a:lnTo>
                    <a:pt x="15138399" y="8773160"/>
                  </a:lnTo>
                  <a:lnTo>
                    <a:pt x="15138399" y="8722360"/>
                  </a:lnTo>
                  <a:lnTo>
                    <a:pt x="15290799" y="8722360"/>
                  </a:lnTo>
                  <a:close/>
                  <a:moveTo>
                    <a:pt x="14935199" y="8722360"/>
                  </a:moveTo>
                  <a:lnTo>
                    <a:pt x="14782799" y="8722360"/>
                  </a:lnTo>
                  <a:lnTo>
                    <a:pt x="14782799" y="8671560"/>
                  </a:lnTo>
                  <a:lnTo>
                    <a:pt x="14935199" y="8671560"/>
                  </a:lnTo>
                  <a:close/>
                  <a:moveTo>
                    <a:pt x="14579599" y="8671560"/>
                  </a:moveTo>
                  <a:lnTo>
                    <a:pt x="14427199" y="8671560"/>
                  </a:lnTo>
                  <a:lnTo>
                    <a:pt x="14427199" y="8620760"/>
                  </a:lnTo>
                  <a:lnTo>
                    <a:pt x="14579599" y="8620760"/>
                  </a:lnTo>
                  <a:close/>
                  <a:moveTo>
                    <a:pt x="14224000" y="8620760"/>
                  </a:moveTo>
                  <a:lnTo>
                    <a:pt x="14071600" y="8620760"/>
                  </a:lnTo>
                  <a:lnTo>
                    <a:pt x="14071600" y="8569960"/>
                  </a:lnTo>
                  <a:lnTo>
                    <a:pt x="14224000" y="8569960"/>
                  </a:lnTo>
                  <a:close/>
                  <a:moveTo>
                    <a:pt x="13868400" y="8569960"/>
                  </a:moveTo>
                  <a:lnTo>
                    <a:pt x="13716000" y="8569960"/>
                  </a:lnTo>
                  <a:lnTo>
                    <a:pt x="13716000" y="8519160"/>
                  </a:lnTo>
                  <a:lnTo>
                    <a:pt x="13868400" y="8519160"/>
                  </a:lnTo>
                  <a:close/>
                  <a:moveTo>
                    <a:pt x="13512800" y="8519160"/>
                  </a:moveTo>
                  <a:lnTo>
                    <a:pt x="13360400" y="8519160"/>
                  </a:lnTo>
                  <a:lnTo>
                    <a:pt x="13360400" y="8468360"/>
                  </a:lnTo>
                  <a:lnTo>
                    <a:pt x="13512800" y="8468360"/>
                  </a:lnTo>
                  <a:close/>
                  <a:moveTo>
                    <a:pt x="13157200" y="8468360"/>
                  </a:moveTo>
                  <a:lnTo>
                    <a:pt x="13004800" y="8468360"/>
                  </a:lnTo>
                  <a:lnTo>
                    <a:pt x="13004800" y="8417560"/>
                  </a:lnTo>
                  <a:lnTo>
                    <a:pt x="13157200" y="8417560"/>
                  </a:lnTo>
                  <a:close/>
                  <a:moveTo>
                    <a:pt x="12801600" y="8417560"/>
                  </a:moveTo>
                  <a:lnTo>
                    <a:pt x="12649200" y="8417560"/>
                  </a:lnTo>
                  <a:lnTo>
                    <a:pt x="12649200" y="8366760"/>
                  </a:lnTo>
                  <a:lnTo>
                    <a:pt x="12801600" y="8366760"/>
                  </a:lnTo>
                  <a:close/>
                  <a:moveTo>
                    <a:pt x="12446000" y="8366760"/>
                  </a:moveTo>
                  <a:lnTo>
                    <a:pt x="12293600" y="8366760"/>
                  </a:lnTo>
                  <a:lnTo>
                    <a:pt x="12293600" y="8315960"/>
                  </a:lnTo>
                  <a:lnTo>
                    <a:pt x="12446000" y="8315960"/>
                  </a:lnTo>
                  <a:close/>
                  <a:moveTo>
                    <a:pt x="12090400" y="8315960"/>
                  </a:moveTo>
                  <a:lnTo>
                    <a:pt x="11938000" y="8315960"/>
                  </a:lnTo>
                  <a:lnTo>
                    <a:pt x="11938000" y="8265160"/>
                  </a:lnTo>
                  <a:lnTo>
                    <a:pt x="12090400" y="8265160"/>
                  </a:lnTo>
                  <a:close/>
                  <a:moveTo>
                    <a:pt x="11734800" y="8265160"/>
                  </a:moveTo>
                  <a:lnTo>
                    <a:pt x="11582400" y="8265160"/>
                  </a:lnTo>
                  <a:lnTo>
                    <a:pt x="11582400" y="8214360"/>
                  </a:lnTo>
                  <a:lnTo>
                    <a:pt x="11734800" y="8214360"/>
                  </a:lnTo>
                  <a:close/>
                  <a:moveTo>
                    <a:pt x="11379200" y="8214360"/>
                  </a:moveTo>
                  <a:lnTo>
                    <a:pt x="11226800" y="8214360"/>
                  </a:lnTo>
                  <a:lnTo>
                    <a:pt x="11226800" y="8163560"/>
                  </a:lnTo>
                  <a:lnTo>
                    <a:pt x="11379200" y="8163560"/>
                  </a:lnTo>
                  <a:close/>
                  <a:moveTo>
                    <a:pt x="11023600" y="8163560"/>
                  </a:moveTo>
                  <a:lnTo>
                    <a:pt x="10871200" y="8163560"/>
                  </a:lnTo>
                  <a:lnTo>
                    <a:pt x="10871200" y="8112760"/>
                  </a:lnTo>
                  <a:lnTo>
                    <a:pt x="11023600" y="8112760"/>
                  </a:lnTo>
                  <a:close/>
                  <a:moveTo>
                    <a:pt x="10668000" y="8112760"/>
                  </a:moveTo>
                  <a:lnTo>
                    <a:pt x="10515600" y="8112760"/>
                  </a:lnTo>
                  <a:lnTo>
                    <a:pt x="10515600" y="8061960"/>
                  </a:lnTo>
                  <a:lnTo>
                    <a:pt x="10668000" y="8061960"/>
                  </a:lnTo>
                  <a:close/>
                  <a:moveTo>
                    <a:pt x="10312400" y="8061960"/>
                  </a:moveTo>
                  <a:lnTo>
                    <a:pt x="10160000" y="8061960"/>
                  </a:lnTo>
                  <a:lnTo>
                    <a:pt x="10160000" y="8011160"/>
                  </a:lnTo>
                  <a:lnTo>
                    <a:pt x="10312400" y="8011160"/>
                  </a:lnTo>
                  <a:close/>
                  <a:moveTo>
                    <a:pt x="9956800" y="8011160"/>
                  </a:moveTo>
                  <a:lnTo>
                    <a:pt x="9804400" y="8011160"/>
                  </a:lnTo>
                  <a:lnTo>
                    <a:pt x="9804400" y="7960360"/>
                  </a:lnTo>
                  <a:lnTo>
                    <a:pt x="9956800" y="7960360"/>
                  </a:lnTo>
                  <a:close/>
                  <a:moveTo>
                    <a:pt x="9601200" y="7960360"/>
                  </a:moveTo>
                  <a:lnTo>
                    <a:pt x="9448800" y="7960360"/>
                  </a:lnTo>
                  <a:lnTo>
                    <a:pt x="9448800" y="7909560"/>
                  </a:lnTo>
                  <a:lnTo>
                    <a:pt x="9601200" y="7909560"/>
                  </a:lnTo>
                  <a:close/>
                  <a:moveTo>
                    <a:pt x="9245600" y="7909560"/>
                  </a:moveTo>
                  <a:lnTo>
                    <a:pt x="9093200" y="7909560"/>
                  </a:lnTo>
                  <a:lnTo>
                    <a:pt x="9093200" y="7858760"/>
                  </a:lnTo>
                  <a:lnTo>
                    <a:pt x="9245600" y="7858760"/>
                  </a:lnTo>
                  <a:close/>
                  <a:moveTo>
                    <a:pt x="8890000" y="7858760"/>
                  </a:moveTo>
                  <a:lnTo>
                    <a:pt x="8737600" y="7858760"/>
                  </a:lnTo>
                  <a:lnTo>
                    <a:pt x="8737600" y="7807960"/>
                  </a:lnTo>
                  <a:lnTo>
                    <a:pt x="8890000" y="7807960"/>
                  </a:lnTo>
                  <a:close/>
                  <a:moveTo>
                    <a:pt x="8534400" y="7807960"/>
                  </a:moveTo>
                  <a:lnTo>
                    <a:pt x="8382000" y="7807960"/>
                  </a:lnTo>
                  <a:lnTo>
                    <a:pt x="8382000" y="7757160"/>
                  </a:lnTo>
                  <a:lnTo>
                    <a:pt x="8534400" y="7757160"/>
                  </a:lnTo>
                  <a:close/>
                  <a:moveTo>
                    <a:pt x="8178800" y="7757160"/>
                  </a:moveTo>
                  <a:lnTo>
                    <a:pt x="8026400" y="7757160"/>
                  </a:lnTo>
                  <a:lnTo>
                    <a:pt x="8026400" y="7706360"/>
                  </a:lnTo>
                  <a:lnTo>
                    <a:pt x="8178800" y="7706360"/>
                  </a:lnTo>
                  <a:close/>
                  <a:moveTo>
                    <a:pt x="7823200" y="7706360"/>
                  </a:moveTo>
                  <a:lnTo>
                    <a:pt x="7670800" y="7706360"/>
                  </a:lnTo>
                  <a:lnTo>
                    <a:pt x="7670800" y="7655560"/>
                  </a:lnTo>
                  <a:lnTo>
                    <a:pt x="7823200" y="7655560"/>
                  </a:lnTo>
                  <a:close/>
                  <a:moveTo>
                    <a:pt x="7467600" y="7655560"/>
                  </a:moveTo>
                  <a:lnTo>
                    <a:pt x="7315200" y="7655560"/>
                  </a:lnTo>
                  <a:lnTo>
                    <a:pt x="7315200" y="7604760"/>
                  </a:lnTo>
                  <a:lnTo>
                    <a:pt x="7467600" y="7604760"/>
                  </a:lnTo>
                  <a:close/>
                  <a:moveTo>
                    <a:pt x="7112000" y="7604760"/>
                  </a:moveTo>
                  <a:lnTo>
                    <a:pt x="6959600" y="7604760"/>
                  </a:lnTo>
                  <a:lnTo>
                    <a:pt x="6959600" y="7553960"/>
                  </a:lnTo>
                  <a:lnTo>
                    <a:pt x="7112000" y="7553960"/>
                  </a:lnTo>
                  <a:close/>
                  <a:moveTo>
                    <a:pt x="6756400" y="7553960"/>
                  </a:moveTo>
                  <a:lnTo>
                    <a:pt x="6604000" y="7553960"/>
                  </a:lnTo>
                  <a:lnTo>
                    <a:pt x="6604000" y="7503160"/>
                  </a:lnTo>
                  <a:lnTo>
                    <a:pt x="6756400" y="7503160"/>
                  </a:lnTo>
                  <a:close/>
                  <a:moveTo>
                    <a:pt x="6400800" y="7503160"/>
                  </a:moveTo>
                  <a:lnTo>
                    <a:pt x="6248400" y="7503160"/>
                  </a:lnTo>
                  <a:lnTo>
                    <a:pt x="6248400" y="7452360"/>
                  </a:lnTo>
                  <a:lnTo>
                    <a:pt x="6400800" y="7452360"/>
                  </a:lnTo>
                  <a:close/>
                  <a:moveTo>
                    <a:pt x="6045200" y="7452360"/>
                  </a:moveTo>
                  <a:lnTo>
                    <a:pt x="5892800" y="7452360"/>
                  </a:lnTo>
                  <a:lnTo>
                    <a:pt x="5892800" y="7401560"/>
                  </a:lnTo>
                  <a:lnTo>
                    <a:pt x="6045200" y="7401560"/>
                  </a:lnTo>
                  <a:close/>
                  <a:moveTo>
                    <a:pt x="5689600" y="7401560"/>
                  </a:moveTo>
                  <a:lnTo>
                    <a:pt x="5537200" y="7401560"/>
                  </a:lnTo>
                  <a:lnTo>
                    <a:pt x="5537200" y="7350760"/>
                  </a:lnTo>
                  <a:lnTo>
                    <a:pt x="5689600" y="7350760"/>
                  </a:lnTo>
                  <a:close/>
                  <a:moveTo>
                    <a:pt x="5334000" y="7350760"/>
                  </a:moveTo>
                  <a:lnTo>
                    <a:pt x="5181600" y="7350760"/>
                  </a:lnTo>
                  <a:lnTo>
                    <a:pt x="5181600" y="7299960"/>
                  </a:lnTo>
                  <a:lnTo>
                    <a:pt x="5334000" y="7299960"/>
                  </a:lnTo>
                  <a:close/>
                  <a:moveTo>
                    <a:pt x="4978400" y="7299960"/>
                  </a:moveTo>
                  <a:lnTo>
                    <a:pt x="4826000" y="7299960"/>
                  </a:lnTo>
                  <a:lnTo>
                    <a:pt x="4826000" y="7249160"/>
                  </a:lnTo>
                  <a:lnTo>
                    <a:pt x="4978400" y="7249160"/>
                  </a:lnTo>
                  <a:close/>
                  <a:moveTo>
                    <a:pt x="4622800" y="7249160"/>
                  </a:moveTo>
                  <a:lnTo>
                    <a:pt x="4470400" y="7249160"/>
                  </a:lnTo>
                  <a:lnTo>
                    <a:pt x="4470400" y="7198360"/>
                  </a:lnTo>
                  <a:lnTo>
                    <a:pt x="4622800" y="7198360"/>
                  </a:lnTo>
                  <a:close/>
                  <a:moveTo>
                    <a:pt x="4267200" y="7198360"/>
                  </a:moveTo>
                  <a:lnTo>
                    <a:pt x="4114800" y="7198360"/>
                  </a:lnTo>
                  <a:lnTo>
                    <a:pt x="4114800" y="7147560"/>
                  </a:lnTo>
                  <a:lnTo>
                    <a:pt x="4267200" y="7147560"/>
                  </a:lnTo>
                  <a:close/>
                  <a:moveTo>
                    <a:pt x="3911600" y="7147560"/>
                  </a:moveTo>
                  <a:lnTo>
                    <a:pt x="3759200" y="7147560"/>
                  </a:lnTo>
                  <a:lnTo>
                    <a:pt x="3759200" y="7096760"/>
                  </a:lnTo>
                  <a:lnTo>
                    <a:pt x="3911600" y="7096760"/>
                  </a:lnTo>
                  <a:close/>
                  <a:moveTo>
                    <a:pt x="3556000" y="7096760"/>
                  </a:moveTo>
                  <a:lnTo>
                    <a:pt x="3403600" y="7096760"/>
                  </a:lnTo>
                  <a:lnTo>
                    <a:pt x="3403600" y="7045960"/>
                  </a:lnTo>
                  <a:lnTo>
                    <a:pt x="3556000" y="7045960"/>
                  </a:lnTo>
                  <a:close/>
                  <a:moveTo>
                    <a:pt x="3200400" y="7045960"/>
                  </a:moveTo>
                  <a:lnTo>
                    <a:pt x="3048000" y="7045960"/>
                  </a:lnTo>
                  <a:lnTo>
                    <a:pt x="3048000" y="6995160"/>
                  </a:lnTo>
                  <a:lnTo>
                    <a:pt x="3200400" y="6995160"/>
                  </a:lnTo>
                  <a:close/>
                  <a:moveTo>
                    <a:pt x="2844800" y="6995160"/>
                  </a:moveTo>
                  <a:lnTo>
                    <a:pt x="2692400" y="6995160"/>
                  </a:lnTo>
                  <a:lnTo>
                    <a:pt x="2692400" y="6944360"/>
                  </a:lnTo>
                  <a:lnTo>
                    <a:pt x="2844800" y="6944360"/>
                  </a:lnTo>
                  <a:close/>
                  <a:moveTo>
                    <a:pt x="2489200" y="6944360"/>
                  </a:moveTo>
                  <a:lnTo>
                    <a:pt x="2336800" y="6944360"/>
                  </a:lnTo>
                  <a:lnTo>
                    <a:pt x="2336800" y="6893560"/>
                  </a:lnTo>
                  <a:lnTo>
                    <a:pt x="2489200" y="6893560"/>
                  </a:lnTo>
                  <a:close/>
                  <a:moveTo>
                    <a:pt x="2133600" y="6893560"/>
                  </a:moveTo>
                  <a:lnTo>
                    <a:pt x="1981200" y="6893560"/>
                  </a:lnTo>
                  <a:lnTo>
                    <a:pt x="1981200" y="6842760"/>
                  </a:lnTo>
                  <a:lnTo>
                    <a:pt x="2133600" y="6842760"/>
                  </a:lnTo>
                  <a:close/>
                  <a:moveTo>
                    <a:pt x="1778000" y="6842760"/>
                  </a:moveTo>
                  <a:lnTo>
                    <a:pt x="1625600" y="6842760"/>
                  </a:lnTo>
                  <a:lnTo>
                    <a:pt x="1625600" y="6791960"/>
                  </a:lnTo>
                  <a:lnTo>
                    <a:pt x="1778000" y="6791960"/>
                  </a:lnTo>
                  <a:close/>
                  <a:moveTo>
                    <a:pt x="1422400" y="6791960"/>
                  </a:moveTo>
                  <a:lnTo>
                    <a:pt x="1270000" y="6791960"/>
                  </a:lnTo>
                  <a:lnTo>
                    <a:pt x="1270000" y="6741160"/>
                  </a:lnTo>
                  <a:lnTo>
                    <a:pt x="1422400" y="6741160"/>
                  </a:lnTo>
                  <a:close/>
                  <a:moveTo>
                    <a:pt x="1066800" y="6741160"/>
                  </a:moveTo>
                  <a:lnTo>
                    <a:pt x="914400" y="6741160"/>
                  </a:lnTo>
                  <a:lnTo>
                    <a:pt x="914400" y="6690360"/>
                  </a:lnTo>
                  <a:lnTo>
                    <a:pt x="1066800" y="6690360"/>
                  </a:lnTo>
                  <a:close/>
                  <a:moveTo>
                    <a:pt x="711200" y="6690360"/>
                  </a:moveTo>
                  <a:lnTo>
                    <a:pt x="558800" y="6690360"/>
                  </a:lnTo>
                  <a:lnTo>
                    <a:pt x="558800" y="6639560"/>
                  </a:lnTo>
                  <a:lnTo>
                    <a:pt x="711200" y="6639560"/>
                  </a:lnTo>
                  <a:close/>
                  <a:moveTo>
                    <a:pt x="355600" y="6639560"/>
                  </a:moveTo>
                  <a:lnTo>
                    <a:pt x="203200" y="6639560"/>
                  </a:lnTo>
                  <a:lnTo>
                    <a:pt x="203200" y="6588760"/>
                  </a:lnTo>
                  <a:lnTo>
                    <a:pt x="355600" y="6588760"/>
                  </a:lnTo>
                  <a:close/>
                  <a:moveTo>
                    <a:pt x="0" y="6588760"/>
                  </a:moveTo>
                  <a:lnTo>
                    <a:pt x="1305560" y="6588760"/>
                  </a:lnTo>
                  <a:cubicBezTo>
                    <a:pt x="1291590" y="6588760"/>
                    <a:pt x="1280160" y="6577330"/>
                    <a:pt x="1280160" y="6563360"/>
                  </a:cubicBezTo>
                  <a:lnTo>
                    <a:pt x="1280160" y="6527800"/>
                  </a:lnTo>
                  <a:lnTo>
                    <a:pt x="1330960" y="6527800"/>
                  </a:lnTo>
                  <a:lnTo>
                    <a:pt x="1330960" y="6563360"/>
                  </a:lnTo>
                  <a:lnTo>
                    <a:pt x="1305560" y="6563360"/>
                  </a:lnTo>
                  <a:lnTo>
                    <a:pt x="1305560" y="6537960"/>
                  </a:lnTo>
                  <a:lnTo>
                    <a:pt x="1422400" y="6537960"/>
                  </a:lnTo>
                  <a:close/>
                  <a:moveTo>
                    <a:pt x="1280160" y="9626727"/>
                  </a:moveTo>
                  <a:lnTo>
                    <a:pt x="1280160" y="9474327"/>
                  </a:lnTo>
                  <a:lnTo>
                    <a:pt x="1330960" y="9474327"/>
                  </a:lnTo>
                  <a:lnTo>
                    <a:pt x="1330960" y="9626727"/>
                  </a:lnTo>
                  <a:close/>
                  <a:moveTo>
                    <a:pt x="1330960" y="9271127"/>
                  </a:moveTo>
                  <a:lnTo>
                    <a:pt x="1330960" y="9118727"/>
                  </a:lnTo>
                  <a:lnTo>
                    <a:pt x="1330960" y="9271127"/>
                  </a:lnTo>
                  <a:close/>
                  <a:moveTo>
                    <a:pt x="1330960" y="8915527"/>
                  </a:moveTo>
                  <a:lnTo>
                    <a:pt x="1330960" y="8763127"/>
                  </a:lnTo>
                  <a:lnTo>
                    <a:pt x="1330960" y="8915527"/>
                  </a:lnTo>
                  <a:close/>
                  <a:moveTo>
                    <a:pt x="1330960" y="8559927"/>
                  </a:moveTo>
                  <a:lnTo>
                    <a:pt x="1330960" y="8407527"/>
                  </a:lnTo>
                  <a:lnTo>
                    <a:pt x="1330960" y="8559927"/>
                  </a:lnTo>
                  <a:close/>
                  <a:moveTo>
                    <a:pt x="1330960" y="8204327"/>
                  </a:moveTo>
                  <a:lnTo>
                    <a:pt x="1330960" y="8051927"/>
                  </a:lnTo>
                  <a:lnTo>
                    <a:pt x="1330960" y="8204327"/>
                  </a:lnTo>
                  <a:close/>
                  <a:moveTo>
                    <a:pt x="1330960" y="7848727"/>
                  </a:moveTo>
                  <a:lnTo>
                    <a:pt x="1330960" y="7696327"/>
                  </a:lnTo>
                  <a:lnTo>
                    <a:pt x="1330960" y="7848727"/>
                  </a:lnTo>
                  <a:close/>
                  <a:moveTo>
                    <a:pt x="1330960" y="7493127"/>
                  </a:moveTo>
                  <a:lnTo>
                    <a:pt x="1330960" y="7340727"/>
                  </a:lnTo>
                  <a:lnTo>
                    <a:pt x="1330960" y="7493127"/>
                  </a:lnTo>
                  <a:close/>
                  <a:moveTo>
                    <a:pt x="1330960" y="7137527"/>
                  </a:moveTo>
                  <a:lnTo>
                    <a:pt x="1330960" y="6985127"/>
                  </a:lnTo>
                  <a:lnTo>
                    <a:pt x="1330960" y="7137527"/>
                  </a:lnTo>
                  <a:close/>
                  <a:moveTo>
                    <a:pt x="1330960" y="6781927"/>
                  </a:moveTo>
                  <a:lnTo>
                    <a:pt x="1330960" y="6629527"/>
                  </a:lnTo>
                  <a:lnTo>
                    <a:pt x="1330960" y="6781927"/>
                  </a:lnTo>
                  <a:close/>
                  <a:moveTo>
                    <a:pt x="1330960" y="6426327"/>
                  </a:moveTo>
                  <a:lnTo>
                    <a:pt x="1330960" y="6273927"/>
                  </a:lnTo>
                  <a:lnTo>
                    <a:pt x="1330960" y="6426327"/>
                  </a:lnTo>
                  <a:close/>
                  <a:moveTo>
                    <a:pt x="1330960" y="6070727"/>
                  </a:moveTo>
                  <a:lnTo>
                    <a:pt x="1330960" y="5918327"/>
                  </a:lnTo>
                  <a:lnTo>
                    <a:pt x="1330960" y="6070727"/>
                  </a:lnTo>
                  <a:close/>
                  <a:moveTo>
                    <a:pt x="1330960" y="5715127"/>
                  </a:moveTo>
                  <a:lnTo>
                    <a:pt x="1330960" y="5562727"/>
                  </a:lnTo>
                  <a:lnTo>
                    <a:pt x="1330960" y="5715127"/>
                  </a:lnTo>
                  <a:close/>
                  <a:moveTo>
                    <a:pt x="1330960" y="5359527"/>
                  </a:moveTo>
                  <a:lnTo>
                    <a:pt x="1330960" y="5207127"/>
                  </a:lnTo>
                  <a:lnTo>
                    <a:pt x="1330960" y="5359527"/>
                  </a:lnTo>
                  <a:close/>
                  <a:moveTo>
                    <a:pt x="1330960" y="5003927"/>
                  </a:moveTo>
                  <a:lnTo>
                    <a:pt x="1330960" y="4851527"/>
                  </a:lnTo>
                  <a:lnTo>
                    <a:pt x="1330960" y="5003927"/>
                  </a:lnTo>
                  <a:close/>
                  <a:moveTo>
                    <a:pt x="1330960" y="4648327"/>
                  </a:moveTo>
                  <a:lnTo>
                    <a:pt x="1330960" y="4495927"/>
                  </a:lnTo>
                  <a:lnTo>
                    <a:pt x="1330960" y="4648327"/>
                  </a:lnTo>
                  <a:close/>
                  <a:moveTo>
                    <a:pt x="1330960" y="4292727"/>
                  </a:moveTo>
                  <a:lnTo>
                    <a:pt x="1330960" y="4140327"/>
                  </a:lnTo>
                  <a:lnTo>
                    <a:pt x="1330960" y="4292727"/>
                  </a:lnTo>
                  <a:close/>
                  <a:moveTo>
                    <a:pt x="1330960" y="3937127"/>
                  </a:moveTo>
                  <a:lnTo>
                    <a:pt x="1330960" y="3784727"/>
                  </a:lnTo>
                  <a:lnTo>
                    <a:pt x="1330960" y="3937127"/>
                  </a:lnTo>
                  <a:close/>
                  <a:moveTo>
                    <a:pt x="1330960" y="3581527"/>
                  </a:moveTo>
                  <a:lnTo>
                    <a:pt x="1330960" y="3429127"/>
                  </a:lnTo>
                  <a:lnTo>
                    <a:pt x="1330960" y="3581527"/>
                  </a:lnTo>
                  <a:close/>
                  <a:moveTo>
                    <a:pt x="1330960" y="3225927"/>
                  </a:moveTo>
                  <a:lnTo>
                    <a:pt x="1330960" y="3073527"/>
                  </a:lnTo>
                  <a:lnTo>
                    <a:pt x="1330960" y="3225927"/>
                  </a:lnTo>
                  <a:close/>
                  <a:moveTo>
                    <a:pt x="1330960" y="2870327"/>
                  </a:moveTo>
                  <a:lnTo>
                    <a:pt x="1330960" y="2717927"/>
                  </a:lnTo>
                  <a:lnTo>
                    <a:pt x="1330960" y="2870327"/>
                  </a:lnTo>
                  <a:close/>
                  <a:moveTo>
                    <a:pt x="1330960" y="2514727"/>
                  </a:moveTo>
                  <a:lnTo>
                    <a:pt x="1330960" y="2362327"/>
                  </a:lnTo>
                  <a:lnTo>
                    <a:pt x="1330960" y="2514727"/>
                  </a:lnTo>
                  <a:close/>
                  <a:moveTo>
                    <a:pt x="1330960" y="2159127"/>
                  </a:moveTo>
                  <a:lnTo>
                    <a:pt x="1330960" y="2006727"/>
                  </a:lnTo>
                  <a:lnTo>
                    <a:pt x="1330960" y="2159127"/>
                  </a:lnTo>
                  <a:close/>
                  <a:moveTo>
                    <a:pt x="1330960" y="1803527"/>
                  </a:moveTo>
                  <a:lnTo>
                    <a:pt x="1330960" y="1651127"/>
                  </a:lnTo>
                  <a:lnTo>
                    <a:pt x="1330960" y="1803527"/>
                  </a:lnTo>
                  <a:close/>
                  <a:moveTo>
                    <a:pt x="1330960" y="1447927"/>
                  </a:moveTo>
                  <a:lnTo>
                    <a:pt x="1330960" y="1295527"/>
                  </a:lnTo>
                  <a:lnTo>
                    <a:pt x="1330960" y="1447927"/>
                  </a:lnTo>
                  <a:close/>
                  <a:moveTo>
                    <a:pt x="1330960" y="1092327"/>
                  </a:moveTo>
                  <a:lnTo>
                    <a:pt x="1330960" y="939927"/>
                  </a:lnTo>
                  <a:lnTo>
                    <a:pt x="1330960" y="1092327"/>
                  </a:lnTo>
                  <a:close/>
                  <a:moveTo>
                    <a:pt x="1330960" y="736727"/>
                  </a:moveTo>
                  <a:lnTo>
                    <a:pt x="1330960" y="584327"/>
                  </a:lnTo>
                  <a:lnTo>
                    <a:pt x="1330960" y="736727"/>
                  </a:lnTo>
                  <a:close/>
                  <a:moveTo>
                    <a:pt x="1330960" y="381127"/>
                  </a:moveTo>
                  <a:lnTo>
                    <a:pt x="1330960" y="228727"/>
                  </a:lnTo>
                  <a:lnTo>
                    <a:pt x="1330960" y="381127"/>
                  </a:lnTo>
                  <a:close/>
                  <a:moveTo>
                    <a:pt x="1330960" y="25527"/>
                  </a:moveTo>
                  <a:lnTo>
                    <a:pt x="1330960" y="25400"/>
                  </a:lnTo>
                  <a:cubicBezTo>
                    <a:pt x="1280160" y="11430"/>
                    <a:pt x="1291590" y="0"/>
                    <a:pt x="1305560" y="0"/>
                  </a:cubicBezTo>
                  <a:lnTo>
                    <a:pt x="1457960" y="0"/>
                  </a:lnTo>
                  <a:lnTo>
                    <a:pt x="1457960" y="50800"/>
                  </a:lnTo>
                  <a:lnTo>
                    <a:pt x="1305560" y="50800"/>
                  </a:lnTo>
                  <a:lnTo>
                    <a:pt x="1305560" y="25400"/>
                  </a:lnTo>
                  <a:lnTo>
                    <a:pt x="1330960" y="25400"/>
                  </a:lnTo>
                  <a:lnTo>
                    <a:pt x="1330960" y="25527"/>
                  </a:lnTo>
                  <a:close/>
                </a:path>
              </a:pathLst>
            </a:custGeom>
            <a:solidFill>
              <a:srgbClr val="2D7A4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59440" cy="9928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200" b="true">
                  <a:solidFill>
                    <a:srgbClr val="2D7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 System Diagram -- To Be Added ]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your system architecture diagram here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SLIIT | Faculty of Computing  ·  R26-SE-007  ·  2026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04996" y="714665"/>
            <a:ext cx="13478007" cy="8985338"/>
          </a:xfrm>
          <a:custGeom>
            <a:avLst/>
            <a:gdLst/>
            <a:ahLst/>
            <a:cxnLst/>
            <a:rect r="r" b="b" t="t" l="l"/>
            <a:pathLst>
              <a:path h="8985338" w="13478007">
                <a:moveTo>
                  <a:pt x="0" y="0"/>
                </a:moveTo>
                <a:lnTo>
                  <a:pt x="13478008" y="0"/>
                </a:lnTo>
                <a:lnTo>
                  <a:pt x="13478008" y="8985338"/>
                </a:lnTo>
                <a:lnTo>
                  <a:pt x="0" y="8985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" t="0" r="-91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9698"/>
            <a:ext cx="18288000" cy="12192000"/>
          </a:xfrm>
          <a:custGeom>
            <a:avLst/>
            <a:gdLst/>
            <a:ahLst/>
            <a:cxnLst/>
            <a:rect r="r" b="b" t="t" l="l"/>
            <a:pathLst>
              <a:path h="12192000" w="18288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714665"/>
            <a:chOff x="0" y="0"/>
            <a:chExt cx="24384000" cy="9528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952877"/>
            </a:xfrm>
            <a:custGeom>
              <a:avLst/>
              <a:gdLst/>
              <a:ahLst/>
              <a:cxnLst/>
              <a:rect r="r" b="b" t="t" l="l"/>
              <a:pathLst>
                <a:path h="95287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52877"/>
                  </a:lnTo>
                  <a:lnTo>
                    <a:pt x="0" y="952877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65760" y="0"/>
            <a:ext cx="17556480" cy="714665"/>
            <a:chOff x="0" y="0"/>
            <a:chExt cx="23408640" cy="952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08639" cy="952891"/>
            </a:xfrm>
            <a:custGeom>
              <a:avLst/>
              <a:gdLst/>
              <a:ahLst/>
              <a:cxnLst/>
              <a:rect r="r" b="b" t="t" l="l"/>
              <a:pathLst>
                <a:path h="952891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52891"/>
                  </a:lnTo>
                  <a:lnTo>
                    <a:pt x="0" y="952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735" r="0" b="-5046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3408640" cy="10195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Goviya: </a:t>
              </a:r>
              <a:r>
                <a:rPr lang="en-US" sz="3000" b="true">
                  <a:solidFill>
                    <a:srgbClr val="FFC4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Release Plan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65627" y="5358053"/>
            <a:ext cx="8283799" cy="3492555"/>
            <a:chOff x="0" y="0"/>
            <a:chExt cx="23459440" cy="98907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23408639" cy="9839960"/>
            </a:xfrm>
            <a:custGeom>
              <a:avLst/>
              <a:gdLst/>
              <a:ahLst/>
              <a:cxnLst/>
              <a:rect r="r" b="b" t="t" l="l"/>
              <a:pathLst>
                <a:path h="983996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839960"/>
                  </a:lnTo>
                  <a:lnTo>
                    <a:pt x="0" y="9839960"/>
                  </a:lnTo>
                  <a:close/>
                </a:path>
              </a:pathLst>
            </a:custGeom>
            <a:blipFill>
              <a:blip r:embed="rId3"/>
              <a:stretch>
                <a:fillRect l="-4211" t="-258" r="-4211" b="-25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-1280160" y="0"/>
              <a:ext cx="24739599" cy="9890760"/>
            </a:xfrm>
            <a:custGeom>
              <a:avLst/>
              <a:gdLst/>
              <a:ahLst/>
              <a:cxnLst/>
              <a:rect r="r" b="b" t="t" l="l"/>
              <a:pathLst>
                <a:path h="9890760" w="24739599">
                  <a:moveTo>
                    <a:pt x="1661160" y="0"/>
                  </a:moveTo>
                  <a:lnTo>
                    <a:pt x="1813560" y="0"/>
                  </a:lnTo>
                  <a:lnTo>
                    <a:pt x="1813560" y="50800"/>
                  </a:lnTo>
                  <a:lnTo>
                    <a:pt x="1661160" y="50800"/>
                  </a:lnTo>
                  <a:close/>
                  <a:moveTo>
                    <a:pt x="2016760" y="0"/>
                  </a:moveTo>
                  <a:lnTo>
                    <a:pt x="2169160" y="0"/>
                  </a:lnTo>
                  <a:lnTo>
                    <a:pt x="2169160" y="50800"/>
                  </a:lnTo>
                  <a:lnTo>
                    <a:pt x="2016760" y="50800"/>
                  </a:lnTo>
                  <a:close/>
                  <a:moveTo>
                    <a:pt x="2372360" y="0"/>
                  </a:moveTo>
                  <a:lnTo>
                    <a:pt x="2524760" y="0"/>
                  </a:lnTo>
                  <a:lnTo>
                    <a:pt x="2524760" y="50800"/>
                  </a:lnTo>
                  <a:lnTo>
                    <a:pt x="2372360" y="50800"/>
                  </a:lnTo>
                  <a:close/>
                  <a:moveTo>
                    <a:pt x="2727960" y="50800"/>
                  </a:moveTo>
                  <a:lnTo>
                    <a:pt x="2880360" y="50800"/>
                  </a:lnTo>
                  <a:lnTo>
                    <a:pt x="2727960" y="50800"/>
                  </a:lnTo>
                  <a:close/>
                  <a:moveTo>
                    <a:pt x="3083560" y="50800"/>
                  </a:moveTo>
                  <a:lnTo>
                    <a:pt x="3235960" y="50800"/>
                  </a:lnTo>
                  <a:lnTo>
                    <a:pt x="3083560" y="50800"/>
                  </a:lnTo>
                  <a:close/>
                  <a:moveTo>
                    <a:pt x="3439160" y="50800"/>
                  </a:moveTo>
                  <a:lnTo>
                    <a:pt x="3591560" y="50800"/>
                  </a:lnTo>
                  <a:lnTo>
                    <a:pt x="3439160" y="50800"/>
                  </a:lnTo>
                  <a:close/>
                  <a:moveTo>
                    <a:pt x="3794760" y="50800"/>
                  </a:moveTo>
                  <a:lnTo>
                    <a:pt x="3947160" y="50800"/>
                  </a:lnTo>
                  <a:lnTo>
                    <a:pt x="3794760" y="50800"/>
                  </a:lnTo>
                  <a:close/>
                  <a:moveTo>
                    <a:pt x="4150360" y="50800"/>
                  </a:moveTo>
                  <a:lnTo>
                    <a:pt x="4302760" y="50800"/>
                  </a:lnTo>
                  <a:lnTo>
                    <a:pt x="4150360" y="50800"/>
                  </a:lnTo>
                  <a:close/>
                  <a:moveTo>
                    <a:pt x="4505960" y="50800"/>
                  </a:moveTo>
                  <a:lnTo>
                    <a:pt x="4658360" y="50800"/>
                  </a:lnTo>
                  <a:lnTo>
                    <a:pt x="4505960" y="50800"/>
                  </a:lnTo>
                  <a:close/>
                  <a:moveTo>
                    <a:pt x="4861560" y="50800"/>
                  </a:moveTo>
                  <a:lnTo>
                    <a:pt x="5013960" y="50800"/>
                  </a:lnTo>
                  <a:lnTo>
                    <a:pt x="4861560" y="50800"/>
                  </a:lnTo>
                  <a:close/>
                  <a:moveTo>
                    <a:pt x="5217160" y="50800"/>
                  </a:moveTo>
                  <a:lnTo>
                    <a:pt x="5369560" y="50800"/>
                  </a:lnTo>
                  <a:lnTo>
                    <a:pt x="5217160" y="50800"/>
                  </a:lnTo>
                  <a:close/>
                  <a:moveTo>
                    <a:pt x="5572760" y="50800"/>
                  </a:moveTo>
                  <a:lnTo>
                    <a:pt x="5725160" y="50800"/>
                  </a:lnTo>
                  <a:lnTo>
                    <a:pt x="5572760" y="50800"/>
                  </a:lnTo>
                  <a:close/>
                  <a:moveTo>
                    <a:pt x="5928360" y="50800"/>
                  </a:moveTo>
                  <a:lnTo>
                    <a:pt x="6080760" y="50800"/>
                  </a:lnTo>
                  <a:lnTo>
                    <a:pt x="5928360" y="50800"/>
                  </a:lnTo>
                  <a:close/>
                  <a:moveTo>
                    <a:pt x="6283960" y="50800"/>
                  </a:moveTo>
                  <a:lnTo>
                    <a:pt x="6436360" y="50800"/>
                  </a:lnTo>
                  <a:lnTo>
                    <a:pt x="6283960" y="50800"/>
                  </a:lnTo>
                  <a:close/>
                  <a:moveTo>
                    <a:pt x="6639560" y="50800"/>
                  </a:moveTo>
                  <a:lnTo>
                    <a:pt x="6791960" y="50800"/>
                  </a:lnTo>
                  <a:lnTo>
                    <a:pt x="6639560" y="50800"/>
                  </a:lnTo>
                  <a:close/>
                  <a:moveTo>
                    <a:pt x="6995160" y="50800"/>
                  </a:moveTo>
                  <a:lnTo>
                    <a:pt x="7147560" y="50800"/>
                  </a:lnTo>
                  <a:lnTo>
                    <a:pt x="6995160" y="50800"/>
                  </a:lnTo>
                  <a:close/>
                  <a:moveTo>
                    <a:pt x="7350760" y="50800"/>
                  </a:moveTo>
                  <a:lnTo>
                    <a:pt x="7503160" y="50800"/>
                  </a:lnTo>
                  <a:lnTo>
                    <a:pt x="7350760" y="50800"/>
                  </a:lnTo>
                  <a:close/>
                  <a:moveTo>
                    <a:pt x="7706360" y="50800"/>
                  </a:moveTo>
                  <a:lnTo>
                    <a:pt x="7858760" y="50800"/>
                  </a:lnTo>
                  <a:lnTo>
                    <a:pt x="7706360" y="50800"/>
                  </a:lnTo>
                  <a:close/>
                  <a:moveTo>
                    <a:pt x="8061960" y="50800"/>
                  </a:moveTo>
                  <a:lnTo>
                    <a:pt x="8214360" y="50800"/>
                  </a:lnTo>
                  <a:lnTo>
                    <a:pt x="8061960" y="50800"/>
                  </a:lnTo>
                  <a:close/>
                  <a:moveTo>
                    <a:pt x="8417560" y="50800"/>
                  </a:moveTo>
                  <a:lnTo>
                    <a:pt x="8569960" y="50800"/>
                  </a:lnTo>
                  <a:lnTo>
                    <a:pt x="8417560" y="50800"/>
                  </a:lnTo>
                  <a:close/>
                  <a:moveTo>
                    <a:pt x="8773160" y="50800"/>
                  </a:moveTo>
                  <a:lnTo>
                    <a:pt x="8925560" y="50800"/>
                  </a:lnTo>
                  <a:lnTo>
                    <a:pt x="8773160" y="50800"/>
                  </a:lnTo>
                  <a:close/>
                  <a:moveTo>
                    <a:pt x="9128760" y="50800"/>
                  </a:moveTo>
                  <a:lnTo>
                    <a:pt x="9281160" y="50800"/>
                  </a:lnTo>
                  <a:lnTo>
                    <a:pt x="9128760" y="50800"/>
                  </a:lnTo>
                  <a:close/>
                  <a:moveTo>
                    <a:pt x="9484360" y="50800"/>
                  </a:moveTo>
                  <a:lnTo>
                    <a:pt x="9636760" y="50800"/>
                  </a:lnTo>
                  <a:lnTo>
                    <a:pt x="9484360" y="50800"/>
                  </a:lnTo>
                  <a:close/>
                  <a:moveTo>
                    <a:pt x="9839960" y="50800"/>
                  </a:moveTo>
                  <a:lnTo>
                    <a:pt x="9992360" y="50800"/>
                  </a:lnTo>
                  <a:lnTo>
                    <a:pt x="9839960" y="50800"/>
                  </a:lnTo>
                  <a:close/>
                  <a:moveTo>
                    <a:pt x="10195560" y="50800"/>
                  </a:moveTo>
                  <a:lnTo>
                    <a:pt x="10347960" y="50800"/>
                  </a:lnTo>
                  <a:lnTo>
                    <a:pt x="10195560" y="50800"/>
                  </a:lnTo>
                  <a:close/>
                  <a:moveTo>
                    <a:pt x="10551160" y="50800"/>
                  </a:moveTo>
                  <a:lnTo>
                    <a:pt x="10703560" y="50800"/>
                  </a:lnTo>
                  <a:lnTo>
                    <a:pt x="10551160" y="50800"/>
                  </a:lnTo>
                  <a:close/>
                  <a:moveTo>
                    <a:pt x="10906760" y="50800"/>
                  </a:moveTo>
                  <a:lnTo>
                    <a:pt x="11059160" y="50800"/>
                  </a:lnTo>
                  <a:lnTo>
                    <a:pt x="10906760" y="50800"/>
                  </a:lnTo>
                  <a:close/>
                  <a:moveTo>
                    <a:pt x="11262360" y="50800"/>
                  </a:moveTo>
                  <a:lnTo>
                    <a:pt x="11414760" y="50800"/>
                  </a:lnTo>
                  <a:lnTo>
                    <a:pt x="11262360" y="50800"/>
                  </a:lnTo>
                  <a:close/>
                  <a:moveTo>
                    <a:pt x="11617960" y="50800"/>
                  </a:moveTo>
                  <a:lnTo>
                    <a:pt x="11770360" y="50800"/>
                  </a:lnTo>
                  <a:lnTo>
                    <a:pt x="11617960" y="50800"/>
                  </a:lnTo>
                  <a:close/>
                  <a:moveTo>
                    <a:pt x="11973560" y="50800"/>
                  </a:moveTo>
                  <a:lnTo>
                    <a:pt x="12125960" y="50800"/>
                  </a:lnTo>
                  <a:lnTo>
                    <a:pt x="11973560" y="50800"/>
                  </a:lnTo>
                  <a:close/>
                  <a:moveTo>
                    <a:pt x="12329160" y="50800"/>
                  </a:moveTo>
                  <a:lnTo>
                    <a:pt x="12481560" y="50800"/>
                  </a:lnTo>
                  <a:lnTo>
                    <a:pt x="12329160" y="50800"/>
                  </a:lnTo>
                  <a:close/>
                  <a:moveTo>
                    <a:pt x="12684760" y="50800"/>
                  </a:moveTo>
                  <a:lnTo>
                    <a:pt x="12837160" y="50800"/>
                  </a:lnTo>
                  <a:lnTo>
                    <a:pt x="12684760" y="50800"/>
                  </a:lnTo>
                  <a:close/>
                  <a:moveTo>
                    <a:pt x="13040360" y="50800"/>
                  </a:moveTo>
                  <a:lnTo>
                    <a:pt x="13192760" y="50800"/>
                  </a:lnTo>
                  <a:lnTo>
                    <a:pt x="13040360" y="50800"/>
                  </a:lnTo>
                  <a:close/>
                  <a:moveTo>
                    <a:pt x="13395960" y="50800"/>
                  </a:moveTo>
                  <a:lnTo>
                    <a:pt x="13548360" y="50800"/>
                  </a:lnTo>
                  <a:lnTo>
                    <a:pt x="13395960" y="50800"/>
                  </a:lnTo>
                  <a:close/>
                  <a:moveTo>
                    <a:pt x="13751560" y="50800"/>
                  </a:moveTo>
                  <a:lnTo>
                    <a:pt x="13903960" y="50800"/>
                  </a:lnTo>
                  <a:lnTo>
                    <a:pt x="13751560" y="50800"/>
                  </a:lnTo>
                  <a:close/>
                  <a:moveTo>
                    <a:pt x="14107160" y="50800"/>
                  </a:moveTo>
                  <a:lnTo>
                    <a:pt x="14259560" y="50800"/>
                  </a:lnTo>
                  <a:lnTo>
                    <a:pt x="14107160" y="50800"/>
                  </a:lnTo>
                  <a:close/>
                  <a:moveTo>
                    <a:pt x="14462760" y="50800"/>
                  </a:moveTo>
                  <a:lnTo>
                    <a:pt x="14615160" y="50800"/>
                  </a:lnTo>
                  <a:lnTo>
                    <a:pt x="14462760" y="50800"/>
                  </a:lnTo>
                  <a:close/>
                  <a:moveTo>
                    <a:pt x="14818360" y="50800"/>
                  </a:moveTo>
                  <a:lnTo>
                    <a:pt x="14970760" y="50800"/>
                  </a:lnTo>
                  <a:lnTo>
                    <a:pt x="14818360" y="50800"/>
                  </a:lnTo>
                  <a:close/>
                  <a:moveTo>
                    <a:pt x="15173960" y="50800"/>
                  </a:moveTo>
                  <a:lnTo>
                    <a:pt x="15326360" y="50800"/>
                  </a:lnTo>
                  <a:lnTo>
                    <a:pt x="15173960" y="50800"/>
                  </a:lnTo>
                  <a:close/>
                  <a:moveTo>
                    <a:pt x="15529560" y="50800"/>
                  </a:moveTo>
                  <a:lnTo>
                    <a:pt x="15681960" y="50800"/>
                  </a:lnTo>
                  <a:lnTo>
                    <a:pt x="15529560" y="50800"/>
                  </a:lnTo>
                  <a:close/>
                  <a:moveTo>
                    <a:pt x="15885160" y="50800"/>
                  </a:moveTo>
                  <a:lnTo>
                    <a:pt x="16037560" y="50800"/>
                  </a:lnTo>
                  <a:lnTo>
                    <a:pt x="15885160" y="50800"/>
                  </a:lnTo>
                  <a:close/>
                  <a:moveTo>
                    <a:pt x="16240760" y="50800"/>
                  </a:moveTo>
                  <a:lnTo>
                    <a:pt x="16393160" y="50800"/>
                  </a:lnTo>
                  <a:lnTo>
                    <a:pt x="16240760" y="50800"/>
                  </a:lnTo>
                  <a:close/>
                  <a:moveTo>
                    <a:pt x="16596360" y="50800"/>
                  </a:moveTo>
                  <a:lnTo>
                    <a:pt x="16748760" y="50800"/>
                  </a:lnTo>
                  <a:lnTo>
                    <a:pt x="16596360" y="50800"/>
                  </a:lnTo>
                  <a:close/>
                  <a:moveTo>
                    <a:pt x="16951960" y="50800"/>
                  </a:moveTo>
                  <a:lnTo>
                    <a:pt x="17104360" y="50800"/>
                  </a:lnTo>
                  <a:lnTo>
                    <a:pt x="16951960" y="50800"/>
                  </a:lnTo>
                  <a:close/>
                  <a:moveTo>
                    <a:pt x="17307560" y="50800"/>
                  </a:moveTo>
                  <a:lnTo>
                    <a:pt x="17459960" y="50800"/>
                  </a:lnTo>
                  <a:lnTo>
                    <a:pt x="17307560" y="50800"/>
                  </a:lnTo>
                  <a:close/>
                  <a:moveTo>
                    <a:pt x="17663160" y="50800"/>
                  </a:moveTo>
                  <a:lnTo>
                    <a:pt x="17815560" y="50800"/>
                  </a:lnTo>
                  <a:lnTo>
                    <a:pt x="17663160" y="50800"/>
                  </a:lnTo>
                  <a:close/>
                  <a:moveTo>
                    <a:pt x="18018760" y="50800"/>
                  </a:moveTo>
                  <a:lnTo>
                    <a:pt x="18171160" y="50800"/>
                  </a:lnTo>
                  <a:lnTo>
                    <a:pt x="18018760" y="50800"/>
                  </a:lnTo>
                  <a:close/>
                  <a:moveTo>
                    <a:pt x="18374360" y="50800"/>
                  </a:moveTo>
                  <a:lnTo>
                    <a:pt x="18526760" y="50800"/>
                  </a:lnTo>
                  <a:lnTo>
                    <a:pt x="18374360" y="50800"/>
                  </a:lnTo>
                  <a:close/>
                  <a:moveTo>
                    <a:pt x="18729960" y="50800"/>
                  </a:moveTo>
                  <a:lnTo>
                    <a:pt x="18882360" y="50800"/>
                  </a:lnTo>
                  <a:lnTo>
                    <a:pt x="18729960" y="50800"/>
                  </a:lnTo>
                  <a:close/>
                  <a:moveTo>
                    <a:pt x="19085560" y="50800"/>
                  </a:moveTo>
                  <a:lnTo>
                    <a:pt x="19237960" y="50800"/>
                  </a:lnTo>
                  <a:lnTo>
                    <a:pt x="19085560" y="50800"/>
                  </a:lnTo>
                  <a:close/>
                  <a:moveTo>
                    <a:pt x="19441160" y="50800"/>
                  </a:moveTo>
                  <a:lnTo>
                    <a:pt x="19593560" y="50800"/>
                  </a:lnTo>
                  <a:lnTo>
                    <a:pt x="19441160" y="50800"/>
                  </a:lnTo>
                  <a:close/>
                  <a:moveTo>
                    <a:pt x="19796760" y="50800"/>
                  </a:moveTo>
                  <a:lnTo>
                    <a:pt x="19949160" y="50800"/>
                  </a:lnTo>
                  <a:lnTo>
                    <a:pt x="19796760" y="50800"/>
                  </a:lnTo>
                  <a:close/>
                  <a:moveTo>
                    <a:pt x="20152360" y="50800"/>
                  </a:moveTo>
                  <a:lnTo>
                    <a:pt x="20304760" y="50800"/>
                  </a:lnTo>
                  <a:lnTo>
                    <a:pt x="20152360" y="50800"/>
                  </a:lnTo>
                  <a:close/>
                  <a:moveTo>
                    <a:pt x="20507960" y="50800"/>
                  </a:moveTo>
                  <a:lnTo>
                    <a:pt x="20660360" y="50800"/>
                  </a:lnTo>
                  <a:lnTo>
                    <a:pt x="20507960" y="50800"/>
                  </a:lnTo>
                  <a:close/>
                  <a:moveTo>
                    <a:pt x="20863560" y="50800"/>
                  </a:moveTo>
                  <a:lnTo>
                    <a:pt x="21015960" y="50800"/>
                  </a:lnTo>
                  <a:lnTo>
                    <a:pt x="20863560" y="50800"/>
                  </a:lnTo>
                  <a:close/>
                  <a:moveTo>
                    <a:pt x="21219160" y="50800"/>
                  </a:moveTo>
                  <a:lnTo>
                    <a:pt x="21371560" y="50800"/>
                  </a:lnTo>
                  <a:lnTo>
                    <a:pt x="21219160" y="50800"/>
                  </a:lnTo>
                  <a:close/>
                  <a:moveTo>
                    <a:pt x="21574760" y="50800"/>
                  </a:moveTo>
                  <a:lnTo>
                    <a:pt x="21727160" y="50800"/>
                  </a:lnTo>
                  <a:lnTo>
                    <a:pt x="21574760" y="50800"/>
                  </a:lnTo>
                  <a:close/>
                  <a:moveTo>
                    <a:pt x="21930360" y="50800"/>
                  </a:moveTo>
                  <a:lnTo>
                    <a:pt x="22082760" y="50800"/>
                  </a:lnTo>
                  <a:lnTo>
                    <a:pt x="21930360" y="50800"/>
                  </a:lnTo>
                  <a:close/>
                  <a:moveTo>
                    <a:pt x="22285960" y="50800"/>
                  </a:moveTo>
                  <a:lnTo>
                    <a:pt x="22438360" y="50800"/>
                  </a:lnTo>
                  <a:lnTo>
                    <a:pt x="22285960" y="50800"/>
                  </a:lnTo>
                  <a:close/>
                  <a:moveTo>
                    <a:pt x="22641560" y="50800"/>
                  </a:moveTo>
                  <a:lnTo>
                    <a:pt x="22793960" y="50800"/>
                  </a:lnTo>
                  <a:lnTo>
                    <a:pt x="22641560" y="50800"/>
                  </a:lnTo>
                  <a:close/>
                  <a:moveTo>
                    <a:pt x="22997160" y="50800"/>
                  </a:moveTo>
                  <a:lnTo>
                    <a:pt x="23149560" y="50800"/>
                  </a:lnTo>
                  <a:lnTo>
                    <a:pt x="22997160" y="50800"/>
                  </a:lnTo>
                  <a:close/>
                  <a:moveTo>
                    <a:pt x="23352760" y="50800"/>
                  </a:moveTo>
                  <a:lnTo>
                    <a:pt x="23505160" y="50800"/>
                  </a:lnTo>
                  <a:lnTo>
                    <a:pt x="23352760" y="50800"/>
                  </a:lnTo>
                  <a:close/>
                  <a:moveTo>
                    <a:pt x="23708360" y="50800"/>
                  </a:moveTo>
                  <a:lnTo>
                    <a:pt x="23860760" y="50800"/>
                  </a:lnTo>
                  <a:lnTo>
                    <a:pt x="23708360" y="50800"/>
                  </a:lnTo>
                  <a:close/>
                  <a:moveTo>
                    <a:pt x="24063960" y="50800"/>
                  </a:moveTo>
                  <a:lnTo>
                    <a:pt x="24216360" y="50800"/>
                  </a:lnTo>
                  <a:lnTo>
                    <a:pt x="24063960" y="50800"/>
                  </a:lnTo>
                  <a:close/>
                  <a:moveTo>
                    <a:pt x="24419560" y="50800"/>
                  </a:moveTo>
                  <a:lnTo>
                    <a:pt x="24571960" y="50800"/>
                  </a:lnTo>
                  <a:lnTo>
                    <a:pt x="24419560" y="50800"/>
                  </a:lnTo>
                  <a:close/>
                  <a:moveTo>
                    <a:pt x="24739599" y="137160"/>
                  </a:moveTo>
                  <a:lnTo>
                    <a:pt x="24739599" y="289560"/>
                  </a:lnTo>
                  <a:lnTo>
                    <a:pt x="24688799" y="289560"/>
                  </a:lnTo>
                  <a:lnTo>
                    <a:pt x="24688799" y="86360"/>
                  </a:lnTo>
                  <a:close/>
                  <a:moveTo>
                    <a:pt x="24688799" y="441960"/>
                  </a:moveTo>
                  <a:lnTo>
                    <a:pt x="24688799" y="594360"/>
                  </a:lnTo>
                  <a:lnTo>
                    <a:pt x="24637999" y="594360"/>
                  </a:lnTo>
                  <a:lnTo>
                    <a:pt x="24637999" y="441960"/>
                  </a:lnTo>
                  <a:close/>
                  <a:moveTo>
                    <a:pt x="24637999" y="797560"/>
                  </a:moveTo>
                  <a:lnTo>
                    <a:pt x="24637999" y="949960"/>
                  </a:lnTo>
                  <a:lnTo>
                    <a:pt x="24587199" y="949960"/>
                  </a:lnTo>
                  <a:lnTo>
                    <a:pt x="24587199" y="797560"/>
                  </a:lnTo>
                  <a:close/>
                  <a:moveTo>
                    <a:pt x="24587199" y="1153160"/>
                  </a:moveTo>
                  <a:lnTo>
                    <a:pt x="24587199" y="1305560"/>
                  </a:lnTo>
                  <a:lnTo>
                    <a:pt x="24536399" y="1305560"/>
                  </a:lnTo>
                  <a:lnTo>
                    <a:pt x="24536399" y="1153160"/>
                  </a:lnTo>
                  <a:close/>
                  <a:moveTo>
                    <a:pt x="24536399" y="1508760"/>
                  </a:moveTo>
                  <a:lnTo>
                    <a:pt x="24536399" y="1661160"/>
                  </a:lnTo>
                  <a:lnTo>
                    <a:pt x="24485599" y="1661160"/>
                  </a:lnTo>
                  <a:lnTo>
                    <a:pt x="24485599" y="1508760"/>
                  </a:lnTo>
                  <a:close/>
                  <a:moveTo>
                    <a:pt x="24485599" y="1864360"/>
                  </a:moveTo>
                  <a:lnTo>
                    <a:pt x="24485599" y="2016760"/>
                  </a:lnTo>
                  <a:lnTo>
                    <a:pt x="24434799" y="2016760"/>
                  </a:lnTo>
                  <a:lnTo>
                    <a:pt x="24434799" y="1864360"/>
                  </a:lnTo>
                  <a:close/>
                  <a:moveTo>
                    <a:pt x="24434799" y="2219960"/>
                  </a:moveTo>
                  <a:lnTo>
                    <a:pt x="24434799" y="2372360"/>
                  </a:lnTo>
                  <a:lnTo>
                    <a:pt x="24383999" y="2372360"/>
                  </a:lnTo>
                  <a:lnTo>
                    <a:pt x="24383999" y="2219960"/>
                  </a:lnTo>
                  <a:close/>
                  <a:moveTo>
                    <a:pt x="24383999" y="2575560"/>
                  </a:moveTo>
                  <a:lnTo>
                    <a:pt x="24383999" y="2727960"/>
                  </a:lnTo>
                  <a:lnTo>
                    <a:pt x="24333199" y="2727960"/>
                  </a:lnTo>
                  <a:lnTo>
                    <a:pt x="24333199" y="2575560"/>
                  </a:lnTo>
                  <a:close/>
                  <a:moveTo>
                    <a:pt x="24333199" y="2931160"/>
                  </a:moveTo>
                  <a:lnTo>
                    <a:pt x="24333199" y="3083560"/>
                  </a:lnTo>
                  <a:lnTo>
                    <a:pt x="24282399" y="3083560"/>
                  </a:lnTo>
                  <a:lnTo>
                    <a:pt x="24282399" y="2931160"/>
                  </a:lnTo>
                  <a:close/>
                  <a:moveTo>
                    <a:pt x="24282399" y="3286760"/>
                  </a:moveTo>
                  <a:lnTo>
                    <a:pt x="24282399" y="3439160"/>
                  </a:lnTo>
                  <a:lnTo>
                    <a:pt x="24231599" y="3439160"/>
                  </a:lnTo>
                  <a:lnTo>
                    <a:pt x="24231599" y="3286760"/>
                  </a:lnTo>
                  <a:close/>
                  <a:moveTo>
                    <a:pt x="24231599" y="3642360"/>
                  </a:moveTo>
                  <a:lnTo>
                    <a:pt x="24231599" y="3794760"/>
                  </a:lnTo>
                  <a:lnTo>
                    <a:pt x="24180799" y="3794760"/>
                  </a:lnTo>
                  <a:lnTo>
                    <a:pt x="24180799" y="3642360"/>
                  </a:lnTo>
                  <a:close/>
                  <a:moveTo>
                    <a:pt x="24180799" y="3997960"/>
                  </a:moveTo>
                  <a:lnTo>
                    <a:pt x="24180799" y="4150360"/>
                  </a:lnTo>
                  <a:lnTo>
                    <a:pt x="24129999" y="4150360"/>
                  </a:lnTo>
                  <a:lnTo>
                    <a:pt x="24129999" y="3997960"/>
                  </a:lnTo>
                  <a:close/>
                  <a:moveTo>
                    <a:pt x="24129999" y="4353560"/>
                  </a:moveTo>
                  <a:lnTo>
                    <a:pt x="24129999" y="4505960"/>
                  </a:lnTo>
                  <a:lnTo>
                    <a:pt x="24079199" y="4505960"/>
                  </a:lnTo>
                  <a:lnTo>
                    <a:pt x="24079199" y="4353560"/>
                  </a:lnTo>
                  <a:close/>
                  <a:moveTo>
                    <a:pt x="24079199" y="4709160"/>
                  </a:moveTo>
                  <a:lnTo>
                    <a:pt x="24079199" y="4861560"/>
                  </a:lnTo>
                  <a:lnTo>
                    <a:pt x="24028399" y="4861560"/>
                  </a:lnTo>
                  <a:lnTo>
                    <a:pt x="24028399" y="4709160"/>
                  </a:lnTo>
                  <a:close/>
                  <a:moveTo>
                    <a:pt x="24028399" y="5064760"/>
                  </a:moveTo>
                  <a:lnTo>
                    <a:pt x="24028399" y="5217160"/>
                  </a:lnTo>
                  <a:lnTo>
                    <a:pt x="23977599" y="5217160"/>
                  </a:lnTo>
                  <a:lnTo>
                    <a:pt x="23977599" y="5064760"/>
                  </a:lnTo>
                  <a:close/>
                  <a:moveTo>
                    <a:pt x="23977599" y="5420360"/>
                  </a:moveTo>
                  <a:lnTo>
                    <a:pt x="23977599" y="5572760"/>
                  </a:lnTo>
                  <a:lnTo>
                    <a:pt x="23926799" y="5572760"/>
                  </a:lnTo>
                  <a:lnTo>
                    <a:pt x="23926799" y="5420360"/>
                  </a:lnTo>
                  <a:close/>
                  <a:moveTo>
                    <a:pt x="23926799" y="5775960"/>
                  </a:moveTo>
                  <a:lnTo>
                    <a:pt x="23926799" y="5928360"/>
                  </a:lnTo>
                  <a:lnTo>
                    <a:pt x="23875999" y="5928360"/>
                  </a:lnTo>
                  <a:lnTo>
                    <a:pt x="23875999" y="5775960"/>
                  </a:lnTo>
                  <a:close/>
                  <a:moveTo>
                    <a:pt x="23875999" y="6131560"/>
                  </a:moveTo>
                  <a:lnTo>
                    <a:pt x="23875999" y="6283960"/>
                  </a:lnTo>
                  <a:lnTo>
                    <a:pt x="23825199" y="6283960"/>
                  </a:lnTo>
                  <a:lnTo>
                    <a:pt x="23825199" y="6131560"/>
                  </a:lnTo>
                  <a:close/>
                  <a:moveTo>
                    <a:pt x="23825199" y="6487160"/>
                  </a:moveTo>
                  <a:lnTo>
                    <a:pt x="23825199" y="6639560"/>
                  </a:lnTo>
                  <a:lnTo>
                    <a:pt x="23774399" y="6639560"/>
                  </a:lnTo>
                  <a:lnTo>
                    <a:pt x="23774399" y="6487160"/>
                  </a:lnTo>
                  <a:close/>
                  <a:moveTo>
                    <a:pt x="23774399" y="6842760"/>
                  </a:moveTo>
                  <a:lnTo>
                    <a:pt x="23774399" y="6995160"/>
                  </a:lnTo>
                  <a:lnTo>
                    <a:pt x="23723599" y="6995160"/>
                  </a:lnTo>
                  <a:lnTo>
                    <a:pt x="23723599" y="6842760"/>
                  </a:lnTo>
                  <a:close/>
                  <a:moveTo>
                    <a:pt x="23723599" y="7198360"/>
                  </a:moveTo>
                  <a:lnTo>
                    <a:pt x="23723599" y="7350760"/>
                  </a:lnTo>
                  <a:lnTo>
                    <a:pt x="23672799" y="7350760"/>
                  </a:lnTo>
                  <a:lnTo>
                    <a:pt x="23672799" y="7198360"/>
                  </a:lnTo>
                  <a:close/>
                  <a:moveTo>
                    <a:pt x="23672799" y="7553960"/>
                  </a:moveTo>
                  <a:lnTo>
                    <a:pt x="23672799" y="7706360"/>
                  </a:lnTo>
                  <a:lnTo>
                    <a:pt x="23621999" y="7706360"/>
                  </a:lnTo>
                  <a:lnTo>
                    <a:pt x="23621999" y="7553960"/>
                  </a:lnTo>
                  <a:close/>
                  <a:moveTo>
                    <a:pt x="23621999" y="7909560"/>
                  </a:moveTo>
                  <a:lnTo>
                    <a:pt x="23621999" y="8061960"/>
                  </a:lnTo>
                  <a:lnTo>
                    <a:pt x="23571199" y="8061960"/>
                  </a:lnTo>
                  <a:lnTo>
                    <a:pt x="23571199" y="7909560"/>
                  </a:lnTo>
                  <a:close/>
                  <a:moveTo>
                    <a:pt x="23571199" y="8265160"/>
                  </a:moveTo>
                  <a:lnTo>
                    <a:pt x="23571199" y="8417560"/>
                  </a:lnTo>
                  <a:lnTo>
                    <a:pt x="23520399" y="8417560"/>
                  </a:lnTo>
                  <a:lnTo>
                    <a:pt x="23520399" y="8265160"/>
                  </a:lnTo>
                  <a:close/>
                  <a:moveTo>
                    <a:pt x="23520399" y="8620760"/>
                  </a:moveTo>
                  <a:lnTo>
                    <a:pt x="23520399" y="8773160"/>
                  </a:lnTo>
                  <a:lnTo>
                    <a:pt x="23469599" y="8773160"/>
                  </a:lnTo>
                  <a:lnTo>
                    <a:pt x="23469599" y="8620760"/>
                  </a:lnTo>
                  <a:close/>
                  <a:moveTo>
                    <a:pt x="23469599" y="8976360"/>
                  </a:moveTo>
                  <a:lnTo>
                    <a:pt x="23469599" y="9128760"/>
                  </a:lnTo>
                  <a:lnTo>
                    <a:pt x="23418799" y="9128760"/>
                  </a:lnTo>
                  <a:lnTo>
                    <a:pt x="23418799" y="8976360"/>
                  </a:lnTo>
                  <a:close/>
                  <a:moveTo>
                    <a:pt x="23418799" y="9331960"/>
                  </a:moveTo>
                  <a:lnTo>
                    <a:pt x="23418799" y="9484360"/>
                  </a:lnTo>
                  <a:lnTo>
                    <a:pt x="23367999" y="9484360"/>
                  </a:lnTo>
                  <a:lnTo>
                    <a:pt x="23367999" y="9331960"/>
                  </a:lnTo>
                  <a:close/>
                  <a:moveTo>
                    <a:pt x="23367999" y="9687560"/>
                  </a:moveTo>
                  <a:lnTo>
                    <a:pt x="23367999" y="9839960"/>
                  </a:lnTo>
                  <a:lnTo>
                    <a:pt x="23317199" y="9839960"/>
                  </a:lnTo>
                  <a:lnTo>
                    <a:pt x="23317199" y="9687560"/>
                  </a:lnTo>
                  <a:close/>
                  <a:moveTo>
                    <a:pt x="23113999" y="9890760"/>
                  </a:moveTo>
                  <a:lnTo>
                    <a:pt x="22961599" y="9890760"/>
                  </a:lnTo>
                  <a:lnTo>
                    <a:pt x="22961599" y="9839960"/>
                  </a:lnTo>
                  <a:lnTo>
                    <a:pt x="23113999" y="9839960"/>
                  </a:lnTo>
                  <a:close/>
                  <a:moveTo>
                    <a:pt x="22758399" y="9839960"/>
                  </a:moveTo>
                  <a:lnTo>
                    <a:pt x="22605999" y="9839960"/>
                  </a:lnTo>
                  <a:lnTo>
                    <a:pt x="22605999" y="9789160"/>
                  </a:lnTo>
                  <a:lnTo>
                    <a:pt x="22758399" y="9789160"/>
                  </a:lnTo>
                  <a:close/>
                  <a:moveTo>
                    <a:pt x="22402799" y="9789160"/>
                  </a:moveTo>
                  <a:lnTo>
                    <a:pt x="22250399" y="9789160"/>
                  </a:lnTo>
                  <a:lnTo>
                    <a:pt x="22250399" y="9738360"/>
                  </a:lnTo>
                  <a:lnTo>
                    <a:pt x="22402799" y="9738360"/>
                  </a:lnTo>
                  <a:close/>
                  <a:moveTo>
                    <a:pt x="22047199" y="9738360"/>
                  </a:moveTo>
                  <a:lnTo>
                    <a:pt x="21894799" y="9738360"/>
                  </a:lnTo>
                  <a:lnTo>
                    <a:pt x="21894799" y="9687560"/>
                  </a:lnTo>
                  <a:lnTo>
                    <a:pt x="22047199" y="9687560"/>
                  </a:lnTo>
                  <a:close/>
                  <a:moveTo>
                    <a:pt x="21691599" y="9687560"/>
                  </a:moveTo>
                  <a:lnTo>
                    <a:pt x="21539199" y="9687560"/>
                  </a:lnTo>
                  <a:lnTo>
                    <a:pt x="21539199" y="9636760"/>
                  </a:lnTo>
                  <a:lnTo>
                    <a:pt x="21691599" y="9636760"/>
                  </a:lnTo>
                  <a:close/>
                  <a:moveTo>
                    <a:pt x="21335999" y="9636760"/>
                  </a:moveTo>
                  <a:lnTo>
                    <a:pt x="21183599" y="9636760"/>
                  </a:lnTo>
                  <a:lnTo>
                    <a:pt x="21183599" y="9585960"/>
                  </a:lnTo>
                  <a:lnTo>
                    <a:pt x="21335999" y="9585960"/>
                  </a:lnTo>
                  <a:close/>
                  <a:moveTo>
                    <a:pt x="20980399" y="9585960"/>
                  </a:moveTo>
                  <a:lnTo>
                    <a:pt x="20827999" y="9585960"/>
                  </a:lnTo>
                  <a:lnTo>
                    <a:pt x="20827999" y="9535160"/>
                  </a:lnTo>
                  <a:lnTo>
                    <a:pt x="20980399" y="9535160"/>
                  </a:lnTo>
                  <a:close/>
                  <a:moveTo>
                    <a:pt x="20624799" y="9535160"/>
                  </a:moveTo>
                  <a:lnTo>
                    <a:pt x="20472399" y="9535160"/>
                  </a:lnTo>
                  <a:lnTo>
                    <a:pt x="20472399" y="9484360"/>
                  </a:lnTo>
                  <a:lnTo>
                    <a:pt x="20624799" y="9484360"/>
                  </a:lnTo>
                  <a:close/>
                  <a:moveTo>
                    <a:pt x="20269199" y="9484360"/>
                  </a:moveTo>
                  <a:lnTo>
                    <a:pt x="20116799" y="9484360"/>
                  </a:lnTo>
                  <a:lnTo>
                    <a:pt x="20116799" y="9433560"/>
                  </a:lnTo>
                  <a:lnTo>
                    <a:pt x="20269199" y="9433560"/>
                  </a:lnTo>
                  <a:close/>
                  <a:moveTo>
                    <a:pt x="19913599" y="9433560"/>
                  </a:moveTo>
                  <a:lnTo>
                    <a:pt x="19761199" y="9433560"/>
                  </a:lnTo>
                  <a:lnTo>
                    <a:pt x="19761199" y="9382760"/>
                  </a:lnTo>
                  <a:lnTo>
                    <a:pt x="19913599" y="9382760"/>
                  </a:lnTo>
                  <a:close/>
                  <a:moveTo>
                    <a:pt x="19557999" y="9382760"/>
                  </a:moveTo>
                  <a:lnTo>
                    <a:pt x="19405599" y="9382760"/>
                  </a:lnTo>
                  <a:lnTo>
                    <a:pt x="19405599" y="9331960"/>
                  </a:lnTo>
                  <a:lnTo>
                    <a:pt x="19557999" y="9331960"/>
                  </a:lnTo>
                  <a:close/>
                  <a:moveTo>
                    <a:pt x="19202399" y="9331960"/>
                  </a:moveTo>
                  <a:lnTo>
                    <a:pt x="19049999" y="9331960"/>
                  </a:lnTo>
                  <a:lnTo>
                    <a:pt x="19049999" y="9281160"/>
                  </a:lnTo>
                  <a:lnTo>
                    <a:pt x="19202399" y="9281160"/>
                  </a:lnTo>
                  <a:close/>
                  <a:moveTo>
                    <a:pt x="18846799" y="9281160"/>
                  </a:moveTo>
                  <a:lnTo>
                    <a:pt x="18694399" y="9281160"/>
                  </a:lnTo>
                  <a:lnTo>
                    <a:pt x="18694399" y="9230360"/>
                  </a:lnTo>
                  <a:lnTo>
                    <a:pt x="18846799" y="9230360"/>
                  </a:lnTo>
                  <a:close/>
                  <a:moveTo>
                    <a:pt x="18491199" y="9230360"/>
                  </a:moveTo>
                  <a:lnTo>
                    <a:pt x="18338799" y="9230360"/>
                  </a:lnTo>
                  <a:lnTo>
                    <a:pt x="18338799" y="9179560"/>
                  </a:lnTo>
                  <a:lnTo>
                    <a:pt x="18491199" y="9179560"/>
                  </a:lnTo>
                  <a:close/>
                  <a:moveTo>
                    <a:pt x="18135599" y="9179560"/>
                  </a:moveTo>
                  <a:lnTo>
                    <a:pt x="17983199" y="9179560"/>
                  </a:lnTo>
                  <a:lnTo>
                    <a:pt x="17983199" y="9128760"/>
                  </a:lnTo>
                  <a:lnTo>
                    <a:pt x="18135599" y="9128760"/>
                  </a:lnTo>
                  <a:close/>
                  <a:moveTo>
                    <a:pt x="17779999" y="9128760"/>
                  </a:moveTo>
                  <a:lnTo>
                    <a:pt x="17627599" y="9128760"/>
                  </a:lnTo>
                  <a:lnTo>
                    <a:pt x="17627599" y="9077960"/>
                  </a:lnTo>
                  <a:lnTo>
                    <a:pt x="17779999" y="9077960"/>
                  </a:lnTo>
                  <a:close/>
                  <a:moveTo>
                    <a:pt x="17424399" y="9077960"/>
                  </a:moveTo>
                  <a:lnTo>
                    <a:pt x="17271999" y="9077960"/>
                  </a:lnTo>
                  <a:lnTo>
                    <a:pt x="17271999" y="9027160"/>
                  </a:lnTo>
                  <a:lnTo>
                    <a:pt x="17424399" y="9027160"/>
                  </a:lnTo>
                  <a:close/>
                  <a:moveTo>
                    <a:pt x="17068799" y="9027160"/>
                  </a:moveTo>
                  <a:lnTo>
                    <a:pt x="16916399" y="9027160"/>
                  </a:lnTo>
                  <a:lnTo>
                    <a:pt x="16916399" y="8976360"/>
                  </a:lnTo>
                  <a:lnTo>
                    <a:pt x="17068799" y="8976360"/>
                  </a:lnTo>
                  <a:close/>
                  <a:moveTo>
                    <a:pt x="16713199" y="8976360"/>
                  </a:moveTo>
                  <a:lnTo>
                    <a:pt x="16560799" y="8976360"/>
                  </a:lnTo>
                  <a:lnTo>
                    <a:pt x="16560799" y="8925560"/>
                  </a:lnTo>
                  <a:lnTo>
                    <a:pt x="16713199" y="8925560"/>
                  </a:lnTo>
                  <a:close/>
                  <a:moveTo>
                    <a:pt x="16357599" y="8925560"/>
                  </a:moveTo>
                  <a:lnTo>
                    <a:pt x="16205199" y="8925560"/>
                  </a:lnTo>
                  <a:lnTo>
                    <a:pt x="16205199" y="8874760"/>
                  </a:lnTo>
                  <a:lnTo>
                    <a:pt x="16357599" y="8874760"/>
                  </a:lnTo>
                  <a:close/>
                  <a:moveTo>
                    <a:pt x="16001999" y="8874760"/>
                  </a:moveTo>
                  <a:lnTo>
                    <a:pt x="15849599" y="8874760"/>
                  </a:lnTo>
                  <a:lnTo>
                    <a:pt x="15849599" y="8823960"/>
                  </a:lnTo>
                  <a:lnTo>
                    <a:pt x="16001999" y="8823960"/>
                  </a:lnTo>
                  <a:close/>
                  <a:moveTo>
                    <a:pt x="15646399" y="8823960"/>
                  </a:moveTo>
                  <a:lnTo>
                    <a:pt x="15493999" y="8823960"/>
                  </a:lnTo>
                  <a:lnTo>
                    <a:pt x="15493999" y="8773160"/>
                  </a:lnTo>
                  <a:lnTo>
                    <a:pt x="15646399" y="8773160"/>
                  </a:lnTo>
                  <a:close/>
                  <a:moveTo>
                    <a:pt x="15290799" y="8773160"/>
                  </a:moveTo>
                  <a:lnTo>
                    <a:pt x="15138399" y="8773160"/>
                  </a:lnTo>
                  <a:lnTo>
                    <a:pt x="15138399" y="8722360"/>
                  </a:lnTo>
                  <a:lnTo>
                    <a:pt x="15290799" y="8722360"/>
                  </a:lnTo>
                  <a:close/>
                  <a:moveTo>
                    <a:pt x="14935199" y="8722360"/>
                  </a:moveTo>
                  <a:lnTo>
                    <a:pt x="14782799" y="8722360"/>
                  </a:lnTo>
                  <a:lnTo>
                    <a:pt x="14782799" y="8671560"/>
                  </a:lnTo>
                  <a:lnTo>
                    <a:pt x="14935199" y="8671560"/>
                  </a:lnTo>
                  <a:close/>
                  <a:moveTo>
                    <a:pt x="14579599" y="8671560"/>
                  </a:moveTo>
                  <a:lnTo>
                    <a:pt x="14427199" y="8671560"/>
                  </a:lnTo>
                  <a:lnTo>
                    <a:pt x="14427199" y="8620760"/>
                  </a:lnTo>
                  <a:lnTo>
                    <a:pt x="14579599" y="8620760"/>
                  </a:lnTo>
                  <a:close/>
                  <a:moveTo>
                    <a:pt x="14224000" y="8620760"/>
                  </a:moveTo>
                  <a:lnTo>
                    <a:pt x="14071600" y="8620760"/>
                  </a:lnTo>
                  <a:lnTo>
                    <a:pt x="14071600" y="8569960"/>
                  </a:lnTo>
                  <a:lnTo>
                    <a:pt x="14224000" y="8569960"/>
                  </a:lnTo>
                  <a:close/>
                  <a:moveTo>
                    <a:pt x="13868400" y="8569960"/>
                  </a:moveTo>
                  <a:lnTo>
                    <a:pt x="13716000" y="8569960"/>
                  </a:lnTo>
                  <a:lnTo>
                    <a:pt x="13716000" y="8519160"/>
                  </a:lnTo>
                  <a:lnTo>
                    <a:pt x="13868400" y="8519160"/>
                  </a:lnTo>
                  <a:close/>
                  <a:moveTo>
                    <a:pt x="13512800" y="8519160"/>
                  </a:moveTo>
                  <a:lnTo>
                    <a:pt x="13360400" y="8519160"/>
                  </a:lnTo>
                  <a:lnTo>
                    <a:pt x="13360400" y="8468360"/>
                  </a:lnTo>
                  <a:lnTo>
                    <a:pt x="13512800" y="8468360"/>
                  </a:lnTo>
                  <a:close/>
                  <a:moveTo>
                    <a:pt x="13157200" y="8468360"/>
                  </a:moveTo>
                  <a:lnTo>
                    <a:pt x="13004800" y="8468360"/>
                  </a:lnTo>
                  <a:lnTo>
                    <a:pt x="13004800" y="8417560"/>
                  </a:lnTo>
                  <a:lnTo>
                    <a:pt x="13157200" y="8417560"/>
                  </a:lnTo>
                  <a:close/>
                  <a:moveTo>
                    <a:pt x="12801600" y="8417560"/>
                  </a:moveTo>
                  <a:lnTo>
                    <a:pt x="12649200" y="8417560"/>
                  </a:lnTo>
                  <a:lnTo>
                    <a:pt x="12649200" y="8366760"/>
                  </a:lnTo>
                  <a:lnTo>
                    <a:pt x="12801600" y="8366760"/>
                  </a:lnTo>
                  <a:close/>
                  <a:moveTo>
                    <a:pt x="12446000" y="8366760"/>
                  </a:moveTo>
                  <a:lnTo>
                    <a:pt x="12293600" y="8366760"/>
                  </a:lnTo>
                  <a:lnTo>
                    <a:pt x="12293600" y="8315960"/>
                  </a:lnTo>
                  <a:lnTo>
                    <a:pt x="12446000" y="8315960"/>
                  </a:lnTo>
                  <a:close/>
                  <a:moveTo>
                    <a:pt x="12090400" y="8315960"/>
                  </a:moveTo>
                  <a:lnTo>
                    <a:pt x="11938000" y="8315960"/>
                  </a:lnTo>
                  <a:lnTo>
                    <a:pt x="11938000" y="8265160"/>
                  </a:lnTo>
                  <a:lnTo>
                    <a:pt x="12090400" y="8265160"/>
                  </a:lnTo>
                  <a:close/>
                  <a:moveTo>
                    <a:pt x="11734800" y="8265160"/>
                  </a:moveTo>
                  <a:lnTo>
                    <a:pt x="11582400" y="8265160"/>
                  </a:lnTo>
                  <a:lnTo>
                    <a:pt x="11582400" y="8214360"/>
                  </a:lnTo>
                  <a:lnTo>
                    <a:pt x="11734800" y="8214360"/>
                  </a:lnTo>
                  <a:close/>
                  <a:moveTo>
                    <a:pt x="11379200" y="8214360"/>
                  </a:moveTo>
                  <a:lnTo>
                    <a:pt x="11226800" y="8214360"/>
                  </a:lnTo>
                  <a:lnTo>
                    <a:pt x="11226800" y="8163560"/>
                  </a:lnTo>
                  <a:lnTo>
                    <a:pt x="11379200" y="8163560"/>
                  </a:lnTo>
                  <a:close/>
                  <a:moveTo>
                    <a:pt x="11023600" y="8163560"/>
                  </a:moveTo>
                  <a:lnTo>
                    <a:pt x="10871200" y="8163560"/>
                  </a:lnTo>
                  <a:lnTo>
                    <a:pt x="10871200" y="8112760"/>
                  </a:lnTo>
                  <a:lnTo>
                    <a:pt x="11023600" y="8112760"/>
                  </a:lnTo>
                  <a:close/>
                  <a:moveTo>
                    <a:pt x="10668000" y="8112760"/>
                  </a:moveTo>
                  <a:lnTo>
                    <a:pt x="10515600" y="8112760"/>
                  </a:lnTo>
                  <a:lnTo>
                    <a:pt x="10515600" y="8061960"/>
                  </a:lnTo>
                  <a:lnTo>
                    <a:pt x="10668000" y="8061960"/>
                  </a:lnTo>
                  <a:close/>
                  <a:moveTo>
                    <a:pt x="10312400" y="8061960"/>
                  </a:moveTo>
                  <a:lnTo>
                    <a:pt x="10160000" y="8061960"/>
                  </a:lnTo>
                  <a:lnTo>
                    <a:pt x="10160000" y="8011160"/>
                  </a:lnTo>
                  <a:lnTo>
                    <a:pt x="10312400" y="8011160"/>
                  </a:lnTo>
                  <a:close/>
                  <a:moveTo>
                    <a:pt x="9956800" y="8011160"/>
                  </a:moveTo>
                  <a:lnTo>
                    <a:pt x="9804400" y="8011160"/>
                  </a:lnTo>
                  <a:lnTo>
                    <a:pt x="9804400" y="7960360"/>
                  </a:lnTo>
                  <a:lnTo>
                    <a:pt x="9956800" y="7960360"/>
                  </a:lnTo>
                  <a:close/>
                  <a:moveTo>
                    <a:pt x="9601200" y="7960360"/>
                  </a:moveTo>
                  <a:lnTo>
                    <a:pt x="9448800" y="7960360"/>
                  </a:lnTo>
                  <a:lnTo>
                    <a:pt x="9448800" y="7909560"/>
                  </a:lnTo>
                  <a:lnTo>
                    <a:pt x="9601200" y="7909560"/>
                  </a:lnTo>
                  <a:close/>
                  <a:moveTo>
                    <a:pt x="9245600" y="7909560"/>
                  </a:moveTo>
                  <a:lnTo>
                    <a:pt x="9093200" y="7909560"/>
                  </a:lnTo>
                  <a:lnTo>
                    <a:pt x="9093200" y="7858760"/>
                  </a:lnTo>
                  <a:lnTo>
                    <a:pt x="9245600" y="7858760"/>
                  </a:lnTo>
                  <a:close/>
                  <a:moveTo>
                    <a:pt x="8890000" y="7858760"/>
                  </a:moveTo>
                  <a:lnTo>
                    <a:pt x="8737600" y="7858760"/>
                  </a:lnTo>
                  <a:lnTo>
                    <a:pt x="8737600" y="7807960"/>
                  </a:lnTo>
                  <a:lnTo>
                    <a:pt x="8890000" y="7807960"/>
                  </a:lnTo>
                  <a:close/>
                  <a:moveTo>
                    <a:pt x="8534400" y="7807960"/>
                  </a:moveTo>
                  <a:lnTo>
                    <a:pt x="8382000" y="7807960"/>
                  </a:lnTo>
                  <a:lnTo>
                    <a:pt x="8382000" y="7757160"/>
                  </a:lnTo>
                  <a:lnTo>
                    <a:pt x="8534400" y="7757160"/>
                  </a:lnTo>
                  <a:close/>
                  <a:moveTo>
                    <a:pt x="8178800" y="7757160"/>
                  </a:moveTo>
                  <a:lnTo>
                    <a:pt x="8026400" y="7757160"/>
                  </a:lnTo>
                  <a:lnTo>
                    <a:pt x="8026400" y="7706360"/>
                  </a:lnTo>
                  <a:lnTo>
                    <a:pt x="8178800" y="7706360"/>
                  </a:lnTo>
                  <a:close/>
                  <a:moveTo>
                    <a:pt x="7823200" y="7706360"/>
                  </a:moveTo>
                  <a:lnTo>
                    <a:pt x="7670800" y="7706360"/>
                  </a:lnTo>
                  <a:lnTo>
                    <a:pt x="7670800" y="7655560"/>
                  </a:lnTo>
                  <a:lnTo>
                    <a:pt x="7823200" y="7655560"/>
                  </a:lnTo>
                  <a:close/>
                  <a:moveTo>
                    <a:pt x="7467600" y="7655560"/>
                  </a:moveTo>
                  <a:lnTo>
                    <a:pt x="7315200" y="7655560"/>
                  </a:lnTo>
                  <a:lnTo>
                    <a:pt x="7315200" y="7604760"/>
                  </a:lnTo>
                  <a:lnTo>
                    <a:pt x="7467600" y="7604760"/>
                  </a:lnTo>
                  <a:close/>
                  <a:moveTo>
                    <a:pt x="7112000" y="7604760"/>
                  </a:moveTo>
                  <a:lnTo>
                    <a:pt x="6959600" y="7604760"/>
                  </a:lnTo>
                  <a:lnTo>
                    <a:pt x="6959600" y="7553960"/>
                  </a:lnTo>
                  <a:lnTo>
                    <a:pt x="7112000" y="7553960"/>
                  </a:lnTo>
                  <a:close/>
                  <a:moveTo>
                    <a:pt x="6756400" y="7553960"/>
                  </a:moveTo>
                  <a:lnTo>
                    <a:pt x="6604000" y="7553960"/>
                  </a:lnTo>
                  <a:lnTo>
                    <a:pt x="6604000" y="7503160"/>
                  </a:lnTo>
                  <a:lnTo>
                    <a:pt x="6756400" y="7503160"/>
                  </a:lnTo>
                  <a:close/>
                  <a:moveTo>
                    <a:pt x="6400800" y="7503160"/>
                  </a:moveTo>
                  <a:lnTo>
                    <a:pt x="6248400" y="7503160"/>
                  </a:lnTo>
                  <a:lnTo>
                    <a:pt x="6248400" y="7452360"/>
                  </a:lnTo>
                  <a:lnTo>
                    <a:pt x="6400800" y="7452360"/>
                  </a:lnTo>
                  <a:close/>
                  <a:moveTo>
                    <a:pt x="6045200" y="7452360"/>
                  </a:moveTo>
                  <a:lnTo>
                    <a:pt x="5892800" y="7452360"/>
                  </a:lnTo>
                  <a:lnTo>
                    <a:pt x="5892800" y="7401560"/>
                  </a:lnTo>
                  <a:lnTo>
                    <a:pt x="6045200" y="7401560"/>
                  </a:lnTo>
                  <a:close/>
                  <a:moveTo>
                    <a:pt x="5689600" y="7401560"/>
                  </a:moveTo>
                  <a:lnTo>
                    <a:pt x="5537200" y="7401560"/>
                  </a:lnTo>
                  <a:lnTo>
                    <a:pt x="5537200" y="7350760"/>
                  </a:lnTo>
                  <a:lnTo>
                    <a:pt x="5689600" y="7350760"/>
                  </a:lnTo>
                  <a:close/>
                  <a:moveTo>
                    <a:pt x="5334000" y="7350760"/>
                  </a:moveTo>
                  <a:lnTo>
                    <a:pt x="5181600" y="7350760"/>
                  </a:lnTo>
                  <a:lnTo>
                    <a:pt x="5181600" y="7299960"/>
                  </a:lnTo>
                  <a:lnTo>
                    <a:pt x="5334000" y="7299960"/>
                  </a:lnTo>
                  <a:close/>
                  <a:moveTo>
                    <a:pt x="4978400" y="7299960"/>
                  </a:moveTo>
                  <a:lnTo>
                    <a:pt x="4826000" y="7299960"/>
                  </a:lnTo>
                  <a:lnTo>
                    <a:pt x="4826000" y="7249160"/>
                  </a:lnTo>
                  <a:lnTo>
                    <a:pt x="4978400" y="7249160"/>
                  </a:lnTo>
                  <a:close/>
                  <a:moveTo>
                    <a:pt x="4622800" y="7249160"/>
                  </a:moveTo>
                  <a:lnTo>
                    <a:pt x="4470400" y="7249160"/>
                  </a:lnTo>
                  <a:lnTo>
                    <a:pt x="4470400" y="7198360"/>
                  </a:lnTo>
                  <a:lnTo>
                    <a:pt x="4622800" y="7198360"/>
                  </a:lnTo>
                  <a:close/>
                  <a:moveTo>
                    <a:pt x="4267200" y="7198360"/>
                  </a:moveTo>
                  <a:lnTo>
                    <a:pt x="4114800" y="7198360"/>
                  </a:lnTo>
                  <a:lnTo>
                    <a:pt x="4114800" y="7147560"/>
                  </a:lnTo>
                  <a:lnTo>
                    <a:pt x="4267200" y="7147560"/>
                  </a:lnTo>
                  <a:close/>
                  <a:moveTo>
                    <a:pt x="3911600" y="7147560"/>
                  </a:moveTo>
                  <a:lnTo>
                    <a:pt x="3759200" y="7147560"/>
                  </a:lnTo>
                  <a:lnTo>
                    <a:pt x="3759200" y="7096760"/>
                  </a:lnTo>
                  <a:lnTo>
                    <a:pt x="3911600" y="7096760"/>
                  </a:lnTo>
                  <a:close/>
                  <a:moveTo>
                    <a:pt x="3556000" y="7096760"/>
                  </a:moveTo>
                  <a:lnTo>
                    <a:pt x="3403600" y="7096760"/>
                  </a:lnTo>
                  <a:lnTo>
                    <a:pt x="3403600" y="7045960"/>
                  </a:lnTo>
                  <a:lnTo>
                    <a:pt x="3556000" y="7045960"/>
                  </a:lnTo>
                  <a:close/>
                  <a:moveTo>
                    <a:pt x="3200400" y="7045960"/>
                  </a:moveTo>
                  <a:lnTo>
                    <a:pt x="3048000" y="7045960"/>
                  </a:lnTo>
                  <a:lnTo>
                    <a:pt x="3048000" y="6995160"/>
                  </a:lnTo>
                  <a:lnTo>
                    <a:pt x="3200400" y="6995160"/>
                  </a:lnTo>
                  <a:close/>
                  <a:moveTo>
                    <a:pt x="2844800" y="6995160"/>
                  </a:moveTo>
                  <a:lnTo>
                    <a:pt x="2692400" y="6995160"/>
                  </a:lnTo>
                  <a:lnTo>
                    <a:pt x="2692400" y="6944360"/>
                  </a:lnTo>
                  <a:lnTo>
                    <a:pt x="2844800" y="6944360"/>
                  </a:lnTo>
                  <a:close/>
                  <a:moveTo>
                    <a:pt x="2489200" y="6944360"/>
                  </a:moveTo>
                  <a:lnTo>
                    <a:pt x="2336800" y="6944360"/>
                  </a:lnTo>
                  <a:lnTo>
                    <a:pt x="2336800" y="6893560"/>
                  </a:lnTo>
                  <a:lnTo>
                    <a:pt x="2489200" y="6893560"/>
                  </a:lnTo>
                  <a:close/>
                  <a:moveTo>
                    <a:pt x="2133600" y="6893560"/>
                  </a:moveTo>
                  <a:lnTo>
                    <a:pt x="1981200" y="6893560"/>
                  </a:lnTo>
                  <a:lnTo>
                    <a:pt x="1981200" y="6842760"/>
                  </a:lnTo>
                  <a:lnTo>
                    <a:pt x="2133600" y="6842760"/>
                  </a:lnTo>
                  <a:close/>
                  <a:moveTo>
                    <a:pt x="1778000" y="6842760"/>
                  </a:moveTo>
                  <a:lnTo>
                    <a:pt x="1625600" y="6842760"/>
                  </a:lnTo>
                  <a:lnTo>
                    <a:pt x="1625600" y="6791960"/>
                  </a:lnTo>
                  <a:lnTo>
                    <a:pt x="1778000" y="6791960"/>
                  </a:lnTo>
                  <a:close/>
                  <a:moveTo>
                    <a:pt x="1422400" y="6791960"/>
                  </a:moveTo>
                  <a:lnTo>
                    <a:pt x="1270000" y="6791960"/>
                  </a:lnTo>
                  <a:lnTo>
                    <a:pt x="1270000" y="6741160"/>
                  </a:lnTo>
                  <a:lnTo>
                    <a:pt x="1422400" y="6741160"/>
                  </a:lnTo>
                  <a:close/>
                  <a:moveTo>
                    <a:pt x="1066800" y="6741160"/>
                  </a:moveTo>
                  <a:lnTo>
                    <a:pt x="914400" y="6741160"/>
                  </a:lnTo>
                  <a:lnTo>
                    <a:pt x="914400" y="6690360"/>
                  </a:lnTo>
                  <a:lnTo>
                    <a:pt x="1066800" y="6690360"/>
                  </a:lnTo>
                  <a:close/>
                  <a:moveTo>
                    <a:pt x="711200" y="6690360"/>
                  </a:moveTo>
                  <a:lnTo>
                    <a:pt x="558800" y="6690360"/>
                  </a:lnTo>
                  <a:lnTo>
                    <a:pt x="558800" y="6639560"/>
                  </a:lnTo>
                  <a:lnTo>
                    <a:pt x="711200" y="6639560"/>
                  </a:lnTo>
                  <a:close/>
                  <a:moveTo>
                    <a:pt x="355600" y="6639560"/>
                  </a:moveTo>
                  <a:lnTo>
                    <a:pt x="203200" y="6639560"/>
                  </a:lnTo>
                  <a:lnTo>
                    <a:pt x="203200" y="6588760"/>
                  </a:lnTo>
                  <a:lnTo>
                    <a:pt x="355600" y="6588760"/>
                  </a:lnTo>
                  <a:close/>
                  <a:moveTo>
                    <a:pt x="0" y="6588760"/>
                  </a:moveTo>
                  <a:lnTo>
                    <a:pt x="1305560" y="6588760"/>
                  </a:lnTo>
                  <a:cubicBezTo>
                    <a:pt x="1291590" y="6588760"/>
                    <a:pt x="1280160" y="6577330"/>
                    <a:pt x="1280160" y="6563360"/>
                  </a:cubicBezTo>
                  <a:lnTo>
                    <a:pt x="1280160" y="6527800"/>
                  </a:lnTo>
                  <a:lnTo>
                    <a:pt x="1330960" y="6527800"/>
                  </a:lnTo>
                  <a:lnTo>
                    <a:pt x="1330960" y="6563360"/>
                  </a:lnTo>
                  <a:lnTo>
                    <a:pt x="1305560" y="6563360"/>
                  </a:lnTo>
                  <a:lnTo>
                    <a:pt x="1305560" y="6537960"/>
                  </a:lnTo>
                  <a:lnTo>
                    <a:pt x="1422400" y="6537960"/>
                  </a:lnTo>
                  <a:close/>
                  <a:moveTo>
                    <a:pt x="1280160" y="9626727"/>
                  </a:moveTo>
                  <a:lnTo>
                    <a:pt x="1280160" y="9474327"/>
                  </a:lnTo>
                  <a:lnTo>
                    <a:pt x="1330960" y="9474327"/>
                  </a:lnTo>
                  <a:lnTo>
                    <a:pt x="1330960" y="9626727"/>
                  </a:lnTo>
                  <a:close/>
                  <a:moveTo>
                    <a:pt x="1330960" y="9271127"/>
                  </a:moveTo>
                  <a:lnTo>
                    <a:pt x="1330960" y="9118727"/>
                  </a:lnTo>
                  <a:lnTo>
                    <a:pt x="1330960" y="9271127"/>
                  </a:lnTo>
                  <a:close/>
                  <a:moveTo>
                    <a:pt x="1330960" y="8915527"/>
                  </a:moveTo>
                  <a:lnTo>
                    <a:pt x="1330960" y="8763127"/>
                  </a:lnTo>
                  <a:lnTo>
                    <a:pt x="1330960" y="8915527"/>
                  </a:lnTo>
                  <a:close/>
                  <a:moveTo>
                    <a:pt x="1330960" y="8559927"/>
                  </a:moveTo>
                  <a:lnTo>
                    <a:pt x="1330960" y="8407527"/>
                  </a:lnTo>
                  <a:lnTo>
                    <a:pt x="1330960" y="8559927"/>
                  </a:lnTo>
                  <a:close/>
                  <a:moveTo>
                    <a:pt x="1330960" y="8204327"/>
                  </a:moveTo>
                  <a:lnTo>
                    <a:pt x="1330960" y="8051927"/>
                  </a:lnTo>
                  <a:lnTo>
                    <a:pt x="1330960" y="8204327"/>
                  </a:lnTo>
                  <a:close/>
                  <a:moveTo>
                    <a:pt x="1330960" y="7848727"/>
                  </a:moveTo>
                  <a:lnTo>
                    <a:pt x="1330960" y="7696327"/>
                  </a:lnTo>
                  <a:lnTo>
                    <a:pt x="1330960" y="7848727"/>
                  </a:lnTo>
                  <a:close/>
                  <a:moveTo>
                    <a:pt x="1330960" y="7493127"/>
                  </a:moveTo>
                  <a:lnTo>
                    <a:pt x="1330960" y="7340727"/>
                  </a:lnTo>
                  <a:lnTo>
                    <a:pt x="1330960" y="7493127"/>
                  </a:lnTo>
                  <a:close/>
                  <a:moveTo>
                    <a:pt x="1330960" y="7137527"/>
                  </a:moveTo>
                  <a:lnTo>
                    <a:pt x="1330960" y="6985127"/>
                  </a:lnTo>
                  <a:lnTo>
                    <a:pt x="1330960" y="7137527"/>
                  </a:lnTo>
                  <a:close/>
                  <a:moveTo>
                    <a:pt x="1330960" y="6781927"/>
                  </a:moveTo>
                  <a:lnTo>
                    <a:pt x="1330960" y="6629527"/>
                  </a:lnTo>
                  <a:lnTo>
                    <a:pt x="1330960" y="6781927"/>
                  </a:lnTo>
                  <a:close/>
                  <a:moveTo>
                    <a:pt x="1330960" y="6426327"/>
                  </a:moveTo>
                  <a:lnTo>
                    <a:pt x="1330960" y="6273927"/>
                  </a:lnTo>
                  <a:lnTo>
                    <a:pt x="1330960" y="6426327"/>
                  </a:lnTo>
                  <a:close/>
                  <a:moveTo>
                    <a:pt x="1330960" y="6070727"/>
                  </a:moveTo>
                  <a:lnTo>
                    <a:pt x="1330960" y="5918327"/>
                  </a:lnTo>
                  <a:lnTo>
                    <a:pt x="1330960" y="6070727"/>
                  </a:lnTo>
                  <a:close/>
                  <a:moveTo>
                    <a:pt x="1330960" y="5715127"/>
                  </a:moveTo>
                  <a:lnTo>
                    <a:pt x="1330960" y="5562727"/>
                  </a:lnTo>
                  <a:lnTo>
                    <a:pt x="1330960" y="5715127"/>
                  </a:lnTo>
                  <a:close/>
                  <a:moveTo>
                    <a:pt x="1330960" y="5359527"/>
                  </a:moveTo>
                  <a:lnTo>
                    <a:pt x="1330960" y="5207127"/>
                  </a:lnTo>
                  <a:lnTo>
                    <a:pt x="1330960" y="5359527"/>
                  </a:lnTo>
                  <a:close/>
                  <a:moveTo>
                    <a:pt x="1330960" y="5003927"/>
                  </a:moveTo>
                  <a:lnTo>
                    <a:pt x="1330960" y="4851527"/>
                  </a:lnTo>
                  <a:lnTo>
                    <a:pt x="1330960" y="5003927"/>
                  </a:lnTo>
                  <a:close/>
                  <a:moveTo>
                    <a:pt x="1330960" y="4648327"/>
                  </a:moveTo>
                  <a:lnTo>
                    <a:pt x="1330960" y="4495927"/>
                  </a:lnTo>
                  <a:lnTo>
                    <a:pt x="1330960" y="4648327"/>
                  </a:lnTo>
                  <a:close/>
                  <a:moveTo>
                    <a:pt x="1330960" y="4292727"/>
                  </a:moveTo>
                  <a:lnTo>
                    <a:pt x="1330960" y="4140327"/>
                  </a:lnTo>
                  <a:lnTo>
                    <a:pt x="1330960" y="4292727"/>
                  </a:lnTo>
                  <a:close/>
                  <a:moveTo>
                    <a:pt x="1330960" y="3937127"/>
                  </a:moveTo>
                  <a:lnTo>
                    <a:pt x="1330960" y="3784727"/>
                  </a:lnTo>
                  <a:lnTo>
                    <a:pt x="1330960" y="3937127"/>
                  </a:lnTo>
                  <a:close/>
                  <a:moveTo>
                    <a:pt x="1330960" y="3581527"/>
                  </a:moveTo>
                  <a:lnTo>
                    <a:pt x="1330960" y="3429127"/>
                  </a:lnTo>
                  <a:lnTo>
                    <a:pt x="1330960" y="3581527"/>
                  </a:lnTo>
                  <a:close/>
                  <a:moveTo>
                    <a:pt x="1330960" y="3225927"/>
                  </a:moveTo>
                  <a:lnTo>
                    <a:pt x="1330960" y="3073527"/>
                  </a:lnTo>
                  <a:lnTo>
                    <a:pt x="1330960" y="3225927"/>
                  </a:lnTo>
                  <a:close/>
                  <a:moveTo>
                    <a:pt x="1330960" y="2870327"/>
                  </a:moveTo>
                  <a:lnTo>
                    <a:pt x="1330960" y="2717927"/>
                  </a:lnTo>
                  <a:lnTo>
                    <a:pt x="1330960" y="2870327"/>
                  </a:lnTo>
                  <a:close/>
                  <a:moveTo>
                    <a:pt x="1330960" y="2514727"/>
                  </a:moveTo>
                  <a:lnTo>
                    <a:pt x="1330960" y="2362327"/>
                  </a:lnTo>
                  <a:lnTo>
                    <a:pt x="1330960" y="2514727"/>
                  </a:lnTo>
                  <a:close/>
                  <a:moveTo>
                    <a:pt x="1330960" y="2159127"/>
                  </a:moveTo>
                  <a:lnTo>
                    <a:pt x="1330960" y="2006727"/>
                  </a:lnTo>
                  <a:lnTo>
                    <a:pt x="1330960" y="2159127"/>
                  </a:lnTo>
                  <a:close/>
                  <a:moveTo>
                    <a:pt x="1330960" y="1803527"/>
                  </a:moveTo>
                  <a:lnTo>
                    <a:pt x="1330960" y="1651127"/>
                  </a:lnTo>
                  <a:lnTo>
                    <a:pt x="1330960" y="1803527"/>
                  </a:lnTo>
                  <a:close/>
                  <a:moveTo>
                    <a:pt x="1330960" y="1447927"/>
                  </a:moveTo>
                  <a:lnTo>
                    <a:pt x="1330960" y="1295527"/>
                  </a:lnTo>
                  <a:lnTo>
                    <a:pt x="1330960" y="1447927"/>
                  </a:lnTo>
                  <a:close/>
                  <a:moveTo>
                    <a:pt x="1330960" y="1092327"/>
                  </a:moveTo>
                  <a:lnTo>
                    <a:pt x="1330960" y="939927"/>
                  </a:lnTo>
                  <a:lnTo>
                    <a:pt x="1330960" y="1092327"/>
                  </a:lnTo>
                  <a:close/>
                  <a:moveTo>
                    <a:pt x="1330960" y="736727"/>
                  </a:moveTo>
                  <a:lnTo>
                    <a:pt x="1330960" y="584327"/>
                  </a:lnTo>
                  <a:lnTo>
                    <a:pt x="1330960" y="736727"/>
                  </a:lnTo>
                  <a:close/>
                  <a:moveTo>
                    <a:pt x="1330960" y="381127"/>
                  </a:moveTo>
                  <a:lnTo>
                    <a:pt x="1330960" y="228727"/>
                  </a:lnTo>
                  <a:lnTo>
                    <a:pt x="1330960" y="381127"/>
                  </a:lnTo>
                  <a:close/>
                  <a:moveTo>
                    <a:pt x="1330960" y="25527"/>
                  </a:moveTo>
                  <a:lnTo>
                    <a:pt x="1330960" y="25400"/>
                  </a:lnTo>
                  <a:cubicBezTo>
                    <a:pt x="1280160" y="11430"/>
                    <a:pt x="1291590" y="0"/>
                    <a:pt x="1305560" y="0"/>
                  </a:cubicBezTo>
                  <a:lnTo>
                    <a:pt x="1457960" y="0"/>
                  </a:lnTo>
                  <a:lnTo>
                    <a:pt x="1457960" y="50800"/>
                  </a:lnTo>
                  <a:lnTo>
                    <a:pt x="1305560" y="50800"/>
                  </a:lnTo>
                  <a:lnTo>
                    <a:pt x="1305560" y="25400"/>
                  </a:lnTo>
                  <a:lnTo>
                    <a:pt x="1330960" y="25400"/>
                  </a:lnTo>
                  <a:lnTo>
                    <a:pt x="1330960" y="25527"/>
                  </a:lnTo>
                  <a:close/>
                </a:path>
              </a:pathLst>
            </a:custGeom>
            <a:solidFill>
              <a:srgbClr val="2D7A4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459440" cy="9928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200" b="true">
                  <a:solidFill>
                    <a:srgbClr val="2D7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 System Diagram -- To Be Added ]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A4D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your system architecture diagram here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SLIIT | Faculty of Computing  ·  R26-SE-007  ·  2026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94905" y="714665"/>
            <a:ext cx="16264395" cy="8985338"/>
          </a:xfrm>
          <a:custGeom>
            <a:avLst/>
            <a:gdLst/>
            <a:ahLst/>
            <a:cxnLst/>
            <a:rect r="r" b="b" t="t" l="l"/>
            <a:pathLst>
              <a:path h="8985338" w="16264395">
                <a:moveTo>
                  <a:pt x="0" y="0"/>
                </a:moveTo>
                <a:lnTo>
                  <a:pt x="16264395" y="0"/>
                </a:lnTo>
                <a:lnTo>
                  <a:pt x="16264395" y="8985338"/>
                </a:lnTo>
                <a:lnTo>
                  <a:pt x="0" y="8985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3" r="-60" b="-713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18313336" cy="1579817"/>
          </a:xfrm>
          <a:custGeom>
            <a:avLst/>
            <a:gdLst/>
            <a:ahLst/>
            <a:cxnLst/>
            <a:rect r="r" b="b" t="t" l="l"/>
            <a:pathLst>
              <a:path h="1579817" w="18313336">
                <a:moveTo>
                  <a:pt x="0" y="0"/>
                </a:moveTo>
                <a:lnTo>
                  <a:pt x="18313337" y="0"/>
                </a:lnTo>
                <a:lnTo>
                  <a:pt x="18313337" y="1579817"/>
                </a:lnTo>
                <a:lnTo>
                  <a:pt x="0" y="1579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640" y="91440"/>
            <a:ext cx="17190720" cy="1371600"/>
            <a:chOff x="0" y="0"/>
            <a:chExt cx="22920960" cy="182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20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042" r="0" b="-19404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91440"/>
            <a:ext cx="16907073" cy="1077598"/>
            <a:chOff x="0" y="0"/>
            <a:chExt cx="22542764" cy="14367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2765" cy="1436797"/>
            </a:xfrm>
            <a:custGeom>
              <a:avLst/>
              <a:gdLst/>
              <a:ahLst/>
              <a:cxnLst/>
              <a:rect r="r" b="b" t="t" l="l"/>
              <a:pathLst>
                <a:path h="1436797" w="22542765">
                  <a:moveTo>
                    <a:pt x="0" y="0"/>
                  </a:moveTo>
                  <a:lnTo>
                    <a:pt x="22542765" y="0"/>
                  </a:lnTo>
                  <a:lnTo>
                    <a:pt x="22542765" y="1436797"/>
                  </a:lnTo>
                  <a:lnTo>
                    <a:pt x="0" y="14367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210" r="-1677" b="-2764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22542764" cy="1598722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6391"/>
                </a:lnSpc>
              </a:pPr>
              <a:r>
                <a:rPr lang="en-US" b="true" sz="46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1 - EXTERNAL SUPERVISOR EVALUATION FEEDBACK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2697" y="9588503"/>
            <a:ext cx="18313336" cy="711136"/>
          </a:xfrm>
          <a:custGeom>
            <a:avLst/>
            <a:gdLst/>
            <a:ahLst/>
            <a:cxnLst/>
            <a:rect r="r" b="b" t="t" l="l"/>
            <a:pathLst>
              <a:path h="711136" w="18313336">
                <a:moveTo>
                  <a:pt x="0" y="0"/>
                </a:moveTo>
                <a:lnTo>
                  <a:pt x="18313337" y="0"/>
                </a:lnTo>
                <a:lnTo>
                  <a:pt x="18313337" y="711137"/>
                </a:lnTo>
                <a:lnTo>
                  <a:pt x="0" y="711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74320" y="9637776"/>
            <a:ext cx="7315200" cy="585216"/>
            <a:chOff x="0" y="0"/>
            <a:chExt cx="975360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4320" y="9609201"/>
            <a:ext cx="7315200" cy="613791"/>
            <a:chOff x="0" y="0"/>
            <a:chExt cx="9753600" cy="8183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818388"/>
            </a:xfrm>
            <a:custGeom>
              <a:avLst/>
              <a:gdLst/>
              <a:ahLst/>
              <a:cxnLst/>
              <a:rect r="r" b="b" t="t" l="l"/>
              <a:pathLst>
                <a:path h="8183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223" r="0" b="-18222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7536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SLIIT | Faculty of Computing</a:t>
              </a:r>
            </a:p>
          </p:txBody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657" t="0" r="657" b="0"/>
          <a:stretch>
            <a:fillRect/>
          </a:stretch>
        </p:blipFill>
        <p:spPr>
          <a:xfrm flipH="false" flipV="false" rot="0">
            <a:off x="1492400" y="1028700"/>
            <a:ext cx="15017199" cy="8559803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93166" y="1578664"/>
            <a:ext cx="15503957" cy="8720976"/>
          </a:xfrm>
          <a:custGeom>
            <a:avLst/>
            <a:gdLst/>
            <a:ahLst/>
            <a:cxnLst/>
            <a:rect r="r" b="b" t="t" l="l"/>
            <a:pathLst>
              <a:path h="8720976" w="15503957">
                <a:moveTo>
                  <a:pt x="0" y="0"/>
                </a:moveTo>
                <a:lnTo>
                  <a:pt x="15503957" y="0"/>
                </a:lnTo>
                <a:lnTo>
                  <a:pt x="15503957" y="8720976"/>
                </a:lnTo>
                <a:lnTo>
                  <a:pt x="0" y="8720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2697"/>
            <a:ext cx="18300640" cy="1578721"/>
          </a:xfrm>
          <a:custGeom>
            <a:avLst/>
            <a:gdLst/>
            <a:ahLst/>
            <a:cxnLst/>
            <a:rect r="r" b="b" t="t" l="l"/>
            <a:pathLst>
              <a:path h="1578721" w="18300640">
                <a:moveTo>
                  <a:pt x="0" y="0"/>
                </a:moveTo>
                <a:lnTo>
                  <a:pt x="18300640" y="0"/>
                </a:lnTo>
                <a:lnTo>
                  <a:pt x="18300640" y="1578721"/>
                </a:lnTo>
                <a:lnTo>
                  <a:pt x="0" y="15787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1440"/>
            <a:ext cx="17190720" cy="1371600"/>
            <a:chOff x="0" y="0"/>
            <a:chExt cx="2292096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4042" r="0" b="-1940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1440"/>
            <a:ext cx="16907073" cy="1008062"/>
            <a:chOff x="0" y="0"/>
            <a:chExt cx="22542764" cy="13440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42765" cy="1344083"/>
            </a:xfrm>
            <a:custGeom>
              <a:avLst/>
              <a:gdLst/>
              <a:ahLst/>
              <a:cxnLst/>
              <a:rect r="r" b="b" t="t" l="l"/>
              <a:pathLst>
                <a:path h="1344083" w="22542765">
                  <a:moveTo>
                    <a:pt x="0" y="0"/>
                  </a:moveTo>
                  <a:lnTo>
                    <a:pt x="22542765" y="0"/>
                  </a:lnTo>
                  <a:lnTo>
                    <a:pt x="22542765" y="1344083"/>
                  </a:lnTo>
                  <a:lnTo>
                    <a:pt x="0" y="134408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2125" r="-1677" b="-3024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22542764" cy="1506008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6391"/>
                </a:lnSpc>
              </a:pPr>
              <a:r>
                <a:rPr lang="en-US" b="true" sz="46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2 - PRODUCT TEST WITH REAL USERS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2697" y="9588503"/>
            <a:ext cx="18313336" cy="711136"/>
          </a:xfrm>
          <a:custGeom>
            <a:avLst/>
            <a:gdLst/>
            <a:ahLst/>
            <a:cxnLst/>
            <a:rect r="r" b="b" t="t" l="l"/>
            <a:pathLst>
              <a:path h="711136" w="18313336">
                <a:moveTo>
                  <a:pt x="0" y="0"/>
                </a:moveTo>
                <a:lnTo>
                  <a:pt x="18313337" y="0"/>
                </a:lnTo>
                <a:lnTo>
                  <a:pt x="18313337" y="711137"/>
                </a:lnTo>
                <a:lnTo>
                  <a:pt x="0" y="7111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4320" y="9637776"/>
            <a:ext cx="7315200" cy="585216"/>
            <a:chOff x="0" y="0"/>
            <a:chExt cx="975360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4320" y="9609201"/>
            <a:ext cx="7315200" cy="613791"/>
            <a:chOff x="0" y="0"/>
            <a:chExt cx="9753600" cy="818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818388"/>
            </a:xfrm>
            <a:custGeom>
              <a:avLst/>
              <a:gdLst/>
              <a:ahLst/>
              <a:cxnLst/>
              <a:rect r="r" b="b" t="t" l="l"/>
              <a:pathLst>
                <a:path h="8183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2223" r="0" b="-1822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7536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SLIIT | Faculty of Computing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799791" y="2088074"/>
            <a:ext cx="2877436" cy="2158077"/>
          </a:xfrm>
          <a:custGeom>
            <a:avLst/>
            <a:gdLst/>
            <a:ahLst/>
            <a:cxnLst/>
            <a:rect r="r" b="b" t="t" l="l"/>
            <a:pathLst>
              <a:path h="2158077" w="2877436">
                <a:moveTo>
                  <a:pt x="0" y="0"/>
                </a:moveTo>
                <a:lnTo>
                  <a:pt x="2877436" y="0"/>
                </a:lnTo>
                <a:lnTo>
                  <a:pt x="2877436" y="2158077"/>
                </a:lnTo>
                <a:lnTo>
                  <a:pt x="0" y="21580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rnd">
            <a:solidFill>
              <a:srgbClr val="1F1F1F"/>
            </a:solidFill>
            <a:prstDash val="solid"/>
            <a:round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113678" y="2088074"/>
            <a:ext cx="2852417" cy="2139313"/>
          </a:xfrm>
          <a:custGeom>
            <a:avLst/>
            <a:gdLst/>
            <a:ahLst/>
            <a:cxnLst/>
            <a:rect r="r" b="b" t="t" l="l"/>
            <a:pathLst>
              <a:path h="2139313" w="2852417">
                <a:moveTo>
                  <a:pt x="0" y="0"/>
                </a:moveTo>
                <a:lnTo>
                  <a:pt x="2852417" y="0"/>
                </a:lnTo>
                <a:lnTo>
                  <a:pt x="2852417" y="2139312"/>
                </a:lnTo>
                <a:lnTo>
                  <a:pt x="0" y="21393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rnd">
            <a:solidFill>
              <a:srgbClr val="FFC423"/>
            </a:solidFill>
            <a:prstDash val="solid"/>
            <a:round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068071" y="6820631"/>
            <a:ext cx="2943631" cy="2207723"/>
          </a:xfrm>
          <a:custGeom>
            <a:avLst/>
            <a:gdLst/>
            <a:ahLst/>
            <a:cxnLst/>
            <a:rect r="r" b="b" t="t" l="l"/>
            <a:pathLst>
              <a:path h="2207723" w="2943631">
                <a:moveTo>
                  <a:pt x="0" y="0"/>
                </a:moveTo>
                <a:lnTo>
                  <a:pt x="2943631" y="0"/>
                </a:lnTo>
                <a:lnTo>
                  <a:pt x="2943631" y="2207723"/>
                </a:lnTo>
                <a:lnTo>
                  <a:pt x="0" y="22077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38100" cap="rnd">
            <a:solidFill>
              <a:srgbClr val="FFC423"/>
            </a:solidFill>
            <a:prstDash val="solid"/>
            <a:round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2758615" y="6839395"/>
            <a:ext cx="2918612" cy="2188959"/>
          </a:xfrm>
          <a:custGeom>
            <a:avLst/>
            <a:gdLst/>
            <a:ahLst/>
            <a:cxnLst/>
            <a:rect r="r" b="b" t="t" l="l"/>
            <a:pathLst>
              <a:path h="2188959" w="2918612">
                <a:moveTo>
                  <a:pt x="0" y="0"/>
                </a:moveTo>
                <a:lnTo>
                  <a:pt x="2918612" y="0"/>
                </a:lnTo>
                <a:lnTo>
                  <a:pt x="2918612" y="2188959"/>
                </a:lnTo>
                <a:lnTo>
                  <a:pt x="0" y="21889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791713" y="4504791"/>
            <a:ext cx="2852417" cy="2139313"/>
          </a:xfrm>
          <a:custGeom>
            <a:avLst/>
            <a:gdLst/>
            <a:ahLst/>
            <a:cxnLst/>
            <a:rect r="r" b="b" t="t" l="l"/>
            <a:pathLst>
              <a:path h="2139313" w="2852417">
                <a:moveTo>
                  <a:pt x="0" y="0"/>
                </a:moveTo>
                <a:lnTo>
                  <a:pt x="2852417" y="0"/>
                </a:lnTo>
                <a:lnTo>
                  <a:pt x="2852417" y="2139313"/>
                </a:lnTo>
                <a:lnTo>
                  <a:pt x="0" y="21393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113678" y="4431020"/>
            <a:ext cx="2898024" cy="2173518"/>
          </a:xfrm>
          <a:custGeom>
            <a:avLst/>
            <a:gdLst/>
            <a:ahLst/>
            <a:cxnLst/>
            <a:rect r="r" b="b" t="t" l="l"/>
            <a:pathLst>
              <a:path h="2173518" w="2898024">
                <a:moveTo>
                  <a:pt x="0" y="0"/>
                </a:moveTo>
                <a:lnTo>
                  <a:pt x="2898024" y="0"/>
                </a:lnTo>
                <a:lnTo>
                  <a:pt x="2898024" y="2173518"/>
                </a:lnTo>
                <a:lnTo>
                  <a:pt x="0" y="21735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rnd">
            <a:solidFill>
              <a:srgbClr val="FFC423"/>
            </a:solidFill>
            <a:prstDash val="solid"/>
            <a:round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9264620" y="2042477"/>
            <a:ext cx="8828193" cy="6621145"/>
          </a:xfrm>
          <a:custGeom>
            <a:avLst/>
            <a:gdLst/>
            <a:ahLst/>
            <a:cxnLst/>
            <a:rect r="r" b="b" t="t" l="l"/>
            <a:pathLst>
              <a:path h="6621145" w="8828193">
                <a:moveTo>
                  <a:pt x="0" y="0"/>
                </a:moveTo>
                <a:lnTo>
                  <a:pt x="8828193" y="0"/>
                </a:lnTo>
                <a:lnTo>
                  <a:pt x="8828193" y="6621146"/>
                </a:lnTo>
                <a:lnTo>
                  <a:pt x="0" y="66211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52201" y="8677275"/>
            <a:ext cx="808240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PADDY MARKETING BOARD - AMPARA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85876" y="775970"/>
            <a:ext cx="691619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C4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PMB Agents, Farmers and Millers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548640"/>
            <a:ext cx="5852160" cy="6400800"/>
            <a:chOff x="0" y="0"/>
            <a:chExt cx="7802880" cy="853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429" t="0" r="-904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-1170146"/>
            <a:ext cx="5852160" cy="7022306"/>
            <a:chOff x="0" y="0"/>
            <a:chExt cx="7802880" cy="9363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9363075"/>
            </a:xfrm>
            <a:custGeom>
              <a:avLst/>
              <a:gdLst/>
              <a:ahLst/>
              <a:cxnLst/>
              <a:rect r="r" b="b" t="t" l="l"/>
              <a:pathLst>
                <a:path h="9363075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363075"/>
                  </a:lnTo>
                  <a:lnTo>
                    <a:pt x="0" y="9363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58" t="0" r="-10395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47725"/>
              <a:ext cx="7802880" cy="10210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9"/>
                </a:lnSpc>
              </a:pPr>
              <a:r>
                <a:rPr lang="en-US" sz="39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2697" y="-12697"/>
            <a:ext cx="244792" cy="10312337"/>
          </a:xfrm>
          <a:custGeom>
            <a:avLst/>
            <a:gdLst/>
            <a:ahLst/>
            <a:cxnLst/>
            <a:rect r="r" b="b" t="t" l="l"/>
            <a:pathLst>
              <a:path h="10312337" w="244792">
                <a:moveTo>
                  <a:pt x="0" y="0"/>
                </a:moveTo>
                <a:lnTo>
                  <a:pt x="244793" y="0"/>
                </a:lnTo>
                <a:lnTo>
                  <a:pt x="24479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365760"/>
            <a:ext cx="10634548" cy="1097280"/>
            <a:chOff x="0" y="0"/>
            <a:chExt cx="14179398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79423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179423">
                  <a:moveTo>
                    <a:pt x="0" y="0"/>
                  </a:moveTo>
                  <a:lnTo>
                    <a:pt x="14179423" y="0"/>
                  </a:lnTo>
                  <a:lnTo>
                    <a:pt x="14179423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712" r="0" b="-13871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280035"/>
            <a:ext cx="10634548" cy="1183005"/>
            <a:chOff x="0" y="0"/>
            <a:chExt cx="14179398" cy="1577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79398" cy="1577340"/>
            </a:xfrm>
            <a:custGeom>
              <a:avLst/>
              <a:gdLst/>
              <a:ahLst/>
              <a:cxnLst/>
              <a:rect r="r" b="b" t="t" l="l"/>
              <a:pathLst>
                <a:path h="1577340" w="14179398">
                  <a:moveTo>
                    <a:pt x="0" y="0"/>
                  </a:moveTo>
                  <a:lnTo>
                    <a:pt x="14179398" y="0"/>
                  </a:lnTo>
                  <a:lnTo>
                    <a:pt x="14179398" y="1577340"/>
                  </a:lnTo>
                  <a:lnTo>
                    <a:pt x="0" y="1577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159" r="0" b="-1251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33350"/>
              <a:ext cx="14179398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8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 : </a:t>
              </a:r>
              <a:r>
                <a:rPr lang="en-US" sz="5598" b="true">
                  <a:solidFill>
                    <a:srgbClr val="E8A9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IT22102096  |  Ransara N.S.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1371600"/>
            <a:ext cx="12801600" cy="1645920"/>
            <a:chOff x="0" y="0"/>
            <a:chExt cx="170688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445" r="0" b="-1014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1307306"/>
            <a:ext cx="12801600" cy="1710214"/>
            <a:chOff x="0" y="0"/>
            <a:chExt cx="17068800" cy="22802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2280285"/>
            </a:xfrm>
            <a:custGeom>
              <a:avLst/>
              <a:gdLst/>
              <a:ahLst/>
              <a:cxnLst/>
              <a:rect r="r" b="b" t="t" l="l"/>
              <a:pathLst>
                <a:path h="2280285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280285"/>
                  </a:lnTo>
                  <a:lnTo>
                    <a:pt x="0" y="2280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70688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AI-Driven Paddy Price Forecasting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3017520"/>
            <a:ext cx="12435840" cy="1005840"/>
            <a:chOff x="0" y="0"/>
            <a:chExt cx="1658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8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738" r="0" b="-1907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974658"/>
            <a:ext cx="12435840" cy="1048703"/>
            <a:chOff x="0" y="0"/>
            <a:chExt cx="16581120" cy="1398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1398270"/>
            </a:xfrm>
            <a:custGeom>
              <a:avLst/>
              <a:gdLst/>
              <a:ahLst/>
              <a:cxnLst/>
              <a:rect r="r" b="b" t="t" l="l"/>
              <a:pathLst>
                <a:path h="139827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98270"/>
                  </a:lnTo>
                  <a:lnTo>
                    <a:pt x="0" y="1398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59" r="0" b="-1810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5811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i="true">
                  <a:solidFill>
                    <a:srgbClr val="B8D4B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XGBoost</a:t>
              </a:r>
              <a:r>
                <a:rPr lang="en-US" b="true" sz="2600" i="true">
                  <a:solidFill>
                    <a:srgbClr val="B8D4B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 based forecasting with causal analysis, SHAP+LLM explanations 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800583" y="444503"/>
            <a:ext cx="3042857" cy="3682936"/>
          </a:xfrm>
          <a:custGeom>
            <a:avLst/>
            <a:gdLst/>
            <a:ahLst/>
            <a:cxnLst/>
            <a:rect r="r" b="b" t="t" l="l"/>
            <a:pathLst>
              <a:path h="3682936" w="3042857">
                <a:moveTo>
                  <a:pt x="0" y="0"/>
                </a:moveTo>
                <a:lnTo>
                  <a:pt x="3042857" y="0"/>
                </a:lnTo>
                <a:lnTo>
                  <a:pt x="304285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627" t="0" r="-105627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813280" y="428625"/>
            <a:ext cx="3017520" cy="3686175"/>
            <a:chOff x="0" y="0"/>
            <a:chExt cx="4023360" cy="4914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4914900"/>
            </a:xfrm>
            <a:custGeom>
              <a:avLst/>
              <a:gdLst/>
              <a:ahLst/>
              <a:cxnLst/>
              <a:rect r="r" b="b" t="t" l="l"/>
              <a:pathLst>
                <a:path h="49149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914900"/>
                  </a:lnTo>
                  <a:lnTo>
                    <a:pt x="0" y="491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734" t="0" r="-10673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02336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Photo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35943" y="4284983"/>
            <a:ext cx="13741337" cy="848297"/>
          </a:xfrm>
          <a:custGeom>
            <a:avLst/>
            <a:gdLst/>
            <a:ahLst/>
            <a:cxnLst/>
            <a:rect r="r" b="b" t="t" l="l"/>
            <a:pathLst>
              <a:path h="848297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731520" y="4334256"/>
            <a:ext cx="13350240" cy="731520"/>
            <a:chOff x="0" y="0"/>
            <a:chExt cx="1780032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4305681"/>
            <a:ext cx="13350240" cy="760095"/>
            <a:chOff x="0" y="0"/>
            <a:chExt cx="17800320" cy="1013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CONTRIBUTION TO OVERALL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5157216"/>
            <a:ext cx="13716000" cy="1737360"/>
            <a:chOff x="0" y="0"/>
            <a:chExt cx="18288000" cy="2316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" y="5121497"/>
            <a:ext cx="13716000" cy="1773079"/>
            <a:chOff x="0" y="0"/>
            <a:chExt cx="18288000" cy="23641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2364105"/>
            </a:xfrm>
            <a:custGeom>
              <a:avLst/>
              <a:gdLst/>
              <a:ahLst/>
              <a:cxnLst/>
              <a:rect r="r" b="b" t="t" l="l"/>
              <a:pathLst>
                <a:path h="236410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64105"/>
                  </a:lnTo>
                  <a:lnTo>
                    <a:pt x="0" y="2364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30" r="0" b="-1007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8288000" cy="241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the market intelligence layer of the ecosystem. Forecasts future paddy prices by modeling production, seasonal, and policy factors, while generating human-readable explanations via a SHAP+LLM pipeline. Supports farmer planting decisions, miller procurement planning, and government policy analysis.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35943" y="7028183"/>
            <a:ext cx="13741337" cy="848296"/>
          </a:xfrm>
          <a:custGeom>
            <a:avLst/>
            <a:gdLst/>
            <a:ahLst/>
            <a:cxnLst/>
            <a:rect r="r" b="b" t="t" l="l"/>
            <a:pathLst>
              <a:path h="848296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31520" y="7077456"/>
            <a:ext cx="13350240" cy="731520"/>
            <a:chOff x="0" y="0"/>
            <a:chExt cx="1780032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7048881"/>
            <a:ext cx="13350240" cy="760095"/>
            <a:chOff x="0" y="0"/>
            <a:chExt cx="17800320" cy="10134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1C2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8640" y="7900416"/>
            <a:ext cx="13716000" cy="1371600"/>
            <a:chOff x="0" y="0"/>
            <a:chExt cx="1828800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8640" y="7864697"/>
            <a:ext cx="13716000" cy="1407319"/>
            <a:chOff x="0" y="0"/>
            <a:chExt cx="18288000" cy="18764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0" cy="1876425"/>
            </a:xfrm>
            <a:custGeom>
              <a:avLst/>
              <a:gdLst/>
              <a:ahLst/>
              <a:cxnLst/>
              <a:rect r="r" b="b" t="t" l="l"/>
              <a:pathLst>
                <a:path h="18764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04" r="0" b="-1399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828800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paddy price forecasting system to combine XGBoost prediction with explainability, AND integrate SHAP+XAI, LLM Explanation moving beyond "what will the price be?" to "why will it change?"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-12697" y="9588503"/>
            <a:ext cx="18313336" cy="711136"/>
          </a:xfrm>
          <a:custGeom>
            <a:avLst/>
            <a:gdLst/>
            <a:ahLst/>
            <a:cxnLst/>
            <a:rect r="r" b="b" t="t" l="l"/>
            <a:pathLst>
              <a:path h="711136" w="18313336">
                <a:moveTo>
                  <a:pt x="0" y="0"/>
                </a:moveTo>
                <a:lnTo>
                  <a:pt x="18313337" y="0"/>
                </a:lnTo>
                <a:lnTo>
                  <a:pt x="18313337" y="711137"/>
                </a:lnTo>
                <a:lnTo>
                  <a:pt x="0" y="711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365760" y="9637776"/>
            <a:ext cx="17556480" cy="585216"/>
            <a:chOff x="0" y="0"/>
            <a:chExt cx="2340864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143" r="0" b="-53414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65760" y="9609201"/>
            <a:ext cx="17556480" cy="613791"/>
            <a:chOff x="0" y="0"/>
            <a:chExt cx="23408640" cy="8183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408639" cy="818388"/>
            </a:xfrm>
            <a:custGeom>
              <a:avLst/>
              <a:gdLst/>
              <a:ahLst/>
              <a:cxnLst/>
              <a:rect r="r" b="b" t="t" l="l"/>
              <a:pathLst>
                <a:path h="8183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337" r="0" b="-5073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34086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IT22102096  |  Ransara N.S.  |  R26-SE-007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16817" t="-19001" r="-10026" b="-130527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199996"/>
            <a:ext cx="17556480" cy="699520"/>
            <a:chOff x="0" y="0"/>
            <a:chExt cx="23408640" cy="9326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932698"/>
            </a:xfrm>
            <a:custGeom>
              <a:avLst/>
              <a:gdLst/>
              <a:ahLst/>
              <a:cxnLst/>
              <a:rect r="r" b="b" t="t" l="l"/>
              <a:pathLst>
                <a:path h="93269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32698"/>
                  </a:lnTo>
                  <a:lnTo>
                    <a:pt x="0" y="9326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372" r="0" b="-5176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3408640" cy="9993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C1: AI-Driven Paddy Price Forecasting System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IT22102096  |  Ransara N.S.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80749" y="746609"/>
            <a:ext cx="13623325" cy="9082216"/>
          </a:xfrm>
          <a:custGeom>
            <a:avLst/>
            <a:gdLst/>
            <a:ahLst/>
            <a:cxnLst/>
            <a:rect r="r" b="b" t="t" l="l"/>
            <a:pathLst>
              <a:path h="9082216" w="13623325">
                <a:moveTo>
                  <a:pt x="0" y="0"/>
                </a:moveTo>
                <a:lnTo>
                  <a:pt x="13623324" y="0"/>
                </a:lnTo>
                <a:lnTo>
                  <a:pt x="13623324" y="9082216"/>
                </a:lnTo>
                <a:lnTo>
                  <a:pt x="0" y="9082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199996"/>
            <a:ext cx="17556480" cy="1800000"/>
            <a:chOff x="0" y="0"/>
            <a:chExt cx="23408640" cy="240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2400005"/>
            </a:xfrm>
            <a:custGeom>
              <a:avLst/>
              <a:gdLst/>
              <a:ahLst/>
              <a:cxnLst/>
              <a:rect r="r" b="b" t="t" l="l"/>
              <a:pathLst>
                <a:path h="2400005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400005"/>
                  </a:lnTo>
                  <a:lnTo>
                    <a:pt x="0" y="24000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049" r="0" b="-1400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3408640" cy="246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C1: Selected Model Evaluation Evidance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IT22102096  |  Ransara N.S.  |  R26-SE-007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7365" y="2822926"/>
            <a:ext cx="17574875" cy="904016"/>
            <a:chOff x="0" y="0"/>
            <a:chExt cx="4628774" cy="2380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28774" cy="238095"/>
            </a:xfrm>
            <a:custGeom>
              <a:avLst/>
              <a:gdLst/>
              <a:ahLst/>
              <a:cxnLst/>
              <a:rect r="r" b="b" t="t" l="l"/>
              <a:pathLst>
                <a:path h="238095" w="4628774">
                  <a:moveTo>
                    <a:pt x="7489" y="0"/>
                  </a:moveTo>
                  <a:lnTo>
                    <a:pt x="4621285" y="0"/>
                  </a:lnTo>
                  <a:cubicBezTo>
                    <a:pt x="4625421" y="0"/>
                    <a:pt x="4628774" y="3353"/>
                    <a:pt x="4628774" y="7489"/>
                  </a:cubicBezTo>
                  <a:lnTo>
                    <a:pt x="4628774" y="230606"/>
                  </a:lnTo>
                  <a:cubicBezTo>
                    <a:pt x="4628774" y="234742"/>
                    <a:pt x="4625421" y="238095"/>
                    <a:pt x="4621285" y="238095"/>
                  </a:cubicBezTo>
                  <a:lnTo>
                    <a:pt x="7489" y="238095"/>
                  </a:lnTo>
                  <a:cubicBezTo>
                    <a:pt x="5503" y="238095"/>
                    <a:pt x="3598" y="237306"/>
                    <a:pt x="2193" y="235901"/>
                  </a:cubicBezTo>
                  <a:cubicBezTo>
                    <a:pt x="789" y="234497"/>
                    <a:pt x="0" y="232592"/>
                    <a:pt x="0" y="230606"/>
                  </a:cubicBezTo>
                  <a:lnTo>
                    <a:pt x="0" y="7489"/>
                  </a:lnTo>
                  <a:cubicBezTo>
                    <a:pt x="0" y="3353"/>
                    <a:pt x="3353" y="0"/>
                    <a:pt x="7489" y="0"/>
                  </a:cubicBez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28774" cy="27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65760" y="4003167"/>
            <a:ext cx="10502352" cy="4911548"/>
          </a:xfrm>
          <a:custGeom>
            <a:avLst/>
            <a:gdLst/>
            <a:ahLst/>
            <a:cxnLst/>
            <a:rect r="r" b="b" t="t" l="l"/>
            <a:pathLst>
              <a:path h="4911548" w="10502352">
                <a:moveTo>
                  <a:pt x="0" y="0"/>
                </a:moveTo>
                <a:lnTo>
                  <a:pt x="10502352" y="0"/>
                </a:lnTo>
                <a:lnTo>
                  <a:pt x="10502352" y="4911548"/>
                </a:lnTo>
                <a:lnTo>
                  <a:pt x="0" y="4911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42405" y="4003167"/>
            <a:ext cx="7087586" cy="4725057"/>
          </a:xfrm>
          <a:custGeom>
            <a:avLst/>
            <a:gdLst/>
            <a:ahLst/>
            <a:cxnLst/>
            <a:rect r="r" b="b" t="t" l="l"/>
            <a:pathLst>
              <a:path h="4725057" w="7087586">
                <a:moveTo>
                  <a:pt x="0" y="0"/>
                </a:moveTo>
                <a:lnTo>
                  <a:pt x="7087586" y="0"/>
                </a:lnTo>
                <a:lnTo>
                  <a:pt x="7087586" y="4725057"/>
                </a:lnTo>
                <a:lnTo>
                  <a:pt x="0" y="4725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52167" y="2318101"/>
            <a:ext cx="534620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TYPE </a:t>
            </a: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 PROBLEM IS THIS?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167" y="2855834"/>
            <a:ext cx="1702488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paddy price forecasting/prediction, the target is a continuous numerical value that’s why 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is a regression problem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5760" y="9067800"/>
            <a:ext cx="1050235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graph indicates that the XGB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oost regression model provides good prediction performance with relatively small errors.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34863" y="3888867"/>
            <a:ext cx="350267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 METRICS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199996"/>
            <a:ext cx="17556480" cy="1699149"/>
            <a:chOff x="0" y="0"/>
            <a:chExt cx="23408640" cy="22655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2265536"/>
            </a:xfrm>
            <a:custGeom>
              <a:avLst/>
              <a:gdLst/>
              <a:ahLst/>
              <a:cxnLst/>
              <a:rect r="r" b="b" t="t" l="l"/>
              <a:pathLst>
                <a:path h="2265536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265536"/>
                  </a:lnTo>
                  <a:lnTo>
                    <a:pt x="0" y="2265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61" r="0" b="-1542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3408640" cy="2332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C1: Testing Evidence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IT22102096  |  Ransara N.S.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5760" y="2588945"/>
            <a:ext cx="7687545" cy="4153042"/>
          </a:xfrm>
          <a:custGeom>
            <a:avLst/>
            <a:gdLst/>
            <a:ahLst/>
            <a:cxnLst/>
            <a:rect r="r" b="b" t="t" l="l"/>
            <a:pathLst>
              <a:path h="4153042" w="7687545">
                <a:moveTo>
                  <a:pt x="0" y="0"/>
                </a:moveTo>
                <a:lnTo>
                  <a:pt x="7687545" y="0"/>
                </a:lnTo>
                <a:lnTo>
                  <a:pt x="7687545" y="4153042"/>
                </a:lnTo>
                <a:lnTo>
                  <a:pt x="0" y="4153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77490" y="7196274"/>
            <a:ext cx="3619688" cy="2363235"/>
          </a:xfrm>
          <a:custGeom>
            <a:avLst/>
            <a:gdLst/>
            <a:ahLst/>
            <a:cxnLst/>
            <a:rect r="r" b="b" t="t" l="l"/>
            <a:pathLst>
              <a:path h="2363235" w="3619688">
                <a:moveTo>
                  <a:pt x="0" y="0"/>
                </a:moveTo>
                <a:lnTo>
                  <a:pt x="3619687" y="0"/>
                </a:lnTo>
                <a:lnTo>
                  <a:pt x="3619687" y="2363235"/>
                </a:lnTo>
                <a:lnTo>
                  <a:pt x="0" y="2363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11426" y="2588945"/>
            <a:ext cx="4210814" cy="5209067"/>
          </a:xfrm>
          <a:custGeom>
            <a:avLst/>
            <a:gdLst/>
            <a:ahLst/>
            <a:cxnLst/>
            <a:rect r="r" b="b" t="t" l="l"/>
            <a:pathLst>
              <a:path h="5209067" w="4210814">
                <a:moveTo>
                  <a:pt x="0" y="0"/>
                </a:moveTo>
                <a:lnTo>
                  <a:pt x="4210814" y="0"/>
                </a:lnTo>
                <a:lnTo>
                  <a:pt x="4210814" y="5209068"/>
                </a:lnTo>
                <a:lnTo>
                  <a:pt x="0" y="5209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5760" y="7196274"/>
            <a:ext cx="4405300" cy="2363235"/>
          </a:xfrm>
          <a:custGeom>
            <a:avLst/>
            <a:gdLst/>
            <a:ahLst/>
            <a:cxnLst/>
            <a:rect r="r" b="b" t="t" l="l"/>
            <a:pathLst>
              <a:path h="2363235" w="4405300">
                <a:moveTo>
                  <a:pt x="0" y="0"/>
                </a:moveTo>
                <a:lnTo>
                  <a:pt x="4405300" y="0"/>
                </a:lnTo>
                <a:lnTo>
                  <a:pt x="4405300" y="2363235"/>
                </a:lnTo>
                <a:lnTo>
                  <a:pt x="0" y="2363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35505" y="2588945"/>
            <a:ext cx="4437593" cy="4643909"/>
          </a:xfrm>
          <a:custGeom>
            <a:avLst/>
            <a:gdLst/>
            <a:ahLst/>
            <a:cxnLst/>
            <a:rect r="r" b="b" t="t" l="l"/>
            <a:pathLst>
              <a:path h="4643909" w="4437593">
                <a:moveTo>
                  <a:pt x="0" y="0"/>
                </a:moveTo>
                <a:lnTo>
                  <a:pt x="4437593" y="0"/>
                </a:lnTo>
                <a:lnTo>
                  <a:pt x="4437593" y="4643909"/>
                </a:lnTo>
                <a:lnTo>
                  <a:pt x="0" y="46439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482340" y="554698"/>
            <a:ext cx="5867759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b="true" sz="2899" i="true">
                <a:solidFill>
                  <a:srgbClr val="E8A93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Unit Tests, Integration Tests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 i="true">
                <a:solidFill>
                  <a:srgbClr val="E8A93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System Tests, NFR Measurements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5760" y="2139683"/>
            <a:ext cx="19789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Details QA Report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77490" y="6834324"/>
            <a:ext cx="108108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Unit Tests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11426" y="2139683"/>
            <a:ext cx="32173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Testing via POSTMAN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5760" y="6834324"/>
            <a:ext cx="183013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Integration Tests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35505" y="2139683"/>
            <a:ext cx="307225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Availability/ Fault Tolarance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548640"/>
            <a:ext cx="5852160" cy="6400800"/>
            <a:chOff x="0" y="0"/>
            <a:chExt cx="7802880" cy="853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429" t="0" r="-904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-1170146"/>
            <a:ext cx="5852160" cy="7022306"/>
            <a:chOff x="0" y="0"/>
            <a:chExt cx="7802880" cy="93630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9363075"/>
            </a:xfrm>
            <a:custGeom>
              <a:avLst/>
              <a:gdLst/>
              <a:ahLst/>
              <a:cxnLst/>
              <a:rect r="r" b="b" t="t" l="l"/>
              <a:pathLst>
                <a:path h="9363075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363075"/>
                  </a:lnTo>
                  <a:lnTo>
                    <a:pt x="0" y="9363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58" t="0" r="-10395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47725"/>
              <a:ext cx="7802880" cy="10210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9"/>
                </a:lnSpc>
              </a:pPr>
              <a:r>
                <a:rPr lang="en-US" sz="39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2697" y="-12697"/>
            <a:ext cx="244792" cy="10312337"/>
          </a:xfrm>
          <a:custGeom>
            <a:avLst/>
            <a:gdLst/>
            <a:ahLst/>
            <a:cxnLst/>
            <a:rect r="r" b="b" t="t" l="l"/>
            <a:pathLst>
              <a:path h="10312337" w="244792">
                <a:moveTo>
                  <a:pt x="0" y="0"/>
                </a:moveTo>
                <a:lnTo>
                  <a:pt x="244793" y="0"/>
                </a:lnTo>
                <a:lnTo>
                  <a:pt x="24479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365760"/>
            <a:ext cx="13337296" cy="1123798"/>
            <a:chOff x="0" y="0"/>
            <a:chExt cx="17783061" cy="14983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3048" cy="1498346"/>
            </a:xfrm>
            <a:custGeom>
              <a:avLst/>
              <a:gdLst/>
              <a:ahLst/>
              <a:cxnLst/>
              <a:rect r="r" b="b" t="t" l="l"/>
              <a:pathLst>
                <a:path h="1498346" w="17783048">
                  <a:moveTo>
                    <a:pt x="0" y="0"/>
                  </a:moveTo>
                  <a:lnTo>
                    <a:pt x="17783048" y="0"/>
                  </a:lnTo>
                  <a:lnTo>
                    <a:pt x="17783048" y="1498346"/>
                  </a:lnTo>
                  <a:lnTo>
                    <a:pt x="0" y="14983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095" r="0" b="-1810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280035"/>
            <a:ext cx="13337296" cy="1209523"/>
            <a:chOff x="0" y="0"/>
            <a:chExt cx="17783061" cy="1612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83062" cy="1612701"/>
            </a:xfrm>
            <a:custGeom>
              <a:avLst/>
              <a:gdLst/>
              <a:ahLst/>
              <a:cxnLst/>
              <a:rect r="r" b="b" t="t" l="l"/>
              <a:pathLst>
                <a:path h="1612701" w="17783062">
                  <a:moveTo>
                    <a:pt x="0" y="0"/>
                  </a:moveTo>
                  <a:lnTo>
                    <a:pt x="17783062" y="0"/>
                  </a:lnTo>
                  <a:lnTo>
                    <a:pt x="17783062" y="1612701"/>
                  </a:lnTo>
                  <a:lnTo>
                    <a:pt x="0" y="16127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59" r="0" b="-1648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33350"/>
              <a:ext cx="17783061" cy="1746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8" b="true">
                  <a:solidFill>
                    <a:srgbClr val="E8A9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 : IT22294784  |  Kumarasinghe P.A.N.D.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1371600"/>
            <a:ext cx="12801600" cy="1645920"/>
            <a:chOff x="0" y="0"/>
            <a:chExt cx="170688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445" r="0" b="-1014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1307306"/>
            <a:ext cx="12801600" cy="1710214"/>
            <a:chOff x="0" y="0"/>
            <a:chExt cx="17068800" cy="22802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2280285"/>
            </a:xfrm>
            <a:custGeom>
              <a:avLst/>
              <a:gdLst/>
              <a:ahLst/>
              <a:cxnLst/>
              <a:rect r="r" b="b" t="t" l="l"/>
              <a:pathLst>
                <a:path h="2280285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280285"/>
                  </a:lnTo>
                  <a:lnTo>
                    <a:pt x="0" y="2280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70688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IoT Integrated </a:t>
              </a: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Dashboard for Paddy Farming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3017520"/>
            <a:ext cx="12435840" cy="1005840"/>
            <a:chOff x="0" y="0"/>
            <a:chExt cx="1658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8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738" r="0" b="-1907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974658"/>
            <a:ext cx="12435840" cy="1048703"/>
            <a:chOff x="0" y="0"/>
            <a:chExt cx="16581120" cy="1398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1398270"/>
            </a:xfrm>
            <a:custGeom>
              <a:avLst/>
              <a:gdLst/>
              <a:ahLst/>
              <a:cxnLst/>
              <a:rect r="r" b="b" t="t" l="l"/>
              <a:pathLst>
                <a:path h="139827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98270"/>
                  </a:lnTo>
                  <a:lnTo>
                    <a:pt x="0" y="1398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59" r="0" b="-1810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5811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i="true">
                  <a:solidFill>
                    <a:srgbClr val="B8D4B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IoT-integrated Farmer Advisory System with yield prediction, disease detection and Fertilizer Recommendation system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800583" y="444503"/>
            <a:ext cx="3042857" cy="3682936"/>
          </a:xfrm>
          <a:custGeom>
            <a:avLst/>
            <a:gdLst/>
            <a:ahLst/>
            <a:cxnLst/>
            <a:rect r="r" b="b" t="t" l="l"/>
            <a:pathLst>
              <a:path h="3682936" w="3042857">
                <a:moveTo>
                  <a:pt x="0" y="0"/>
                </a:moveTo>
                <a:lnTo>
                  <a:pt x="3042857" y="0"/>
                </a:lnTo>
                <a:lnTo>
                  <a:pt x="304285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627" t="0" r="-105627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813280" y="428625"/>
            <a:ext cx="3017520" cy="3686175"/>
            <a:chOff x="0" y="0"/>
            <a:chExt cx="4023360" cy="4914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4914900"/>
            </a:xfrm>
            <a:custGeom>
              <a:avLst/>
              <a:gdLst/>
              <a:ahLst/>
              <a:cxnLst/>
              <a:rect r="r" b="b" t="t" l="l"/>
              <a:pathLst>
                <a:path h="49149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914900"/>
                  </a:lnTo>
                  <a:lnTo>
                    <a:pt x="0" y="491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734" t="0" r="-10673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02336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Photo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35943" y="4284983"/>
            <a:ext cx="13741337" cy="848297"/>
          </a:xfrm>
          <a:custGeom>
            <a:avLst/>
            <a:gdLst/>
            <a:ahLst/>
            <a:cxnLst/>
            <a:rect r="r" b="b" t="t" l="l"/>
            <a:pathLst>
              <a:path h="848297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731520" y="4334256"/>
            <a:ext cx="13350240" cy="731520"/>
            <a:chOff x="0" y="0"/>
            <a:chExt cx="1780032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4305681"/>
            <a:ext cx="13350240" cy="760095"/>
            <a:chOff x="0" y="0"/>
            <a:chExt cx="17800320" cy="1013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CONTRIBUTION TO OVERALL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5157216"/>
            <a:ext cx="13716000" cy="1737360"/>
            <a:chOff x="0" y="0"/>
            <a:chExt cx="18288000" cy="2316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" y="5121497"/>
            <a:ext cx="13716000" cy="1773079"/>
            <a:chOff x="0" y="0"/>
            <a:chExt cx="18288000" cy="23641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2364105"/>
            </a:xfrm>
            <a:custGeom>
              <a:avLst/>
              <a:gdLst/>
              <a:ahLst/>
              <a:cxnLst/>
              <a:rect r="r" b="b" t="t" l="l"/>
              <a:pathLst>
                <a:path h="236410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64105"/>
                  </a:lnTo>
                  <a:lnTo>
                    <a:pt x="0" y="2364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30" r="0" b="-1007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8288000" cy="241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the real-time field intelligence layer of the ecosystem. IoT sensor data feeds a dynamic digital model, enabling predictive yield estimation,  disease detection and fertilizer recommendations — giving farmers actionable guidance throughout both Maha and Yala cultivation seasons.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35943" y="7028183"/>
            <a:ext cx="13741337" cy="848296"/>
          </a:xfrm>
          <a:custGeom>
            <a:avLst/>
            <a:gdLst/>
            <a:ahLst/>
            <a:cxnLst/>
            <a:rect r="r" b="b" t="t" l="l"/>
            <a:pathLst>
              <a:path h="848296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31520" y="7077456"/>
            <a:ext cx="13350240" cy="731520"/>
            <a:chOff x="0" y="0"/>
            <a:chExt cx="1780032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7048881"/>
            <a:ext cx="13350240" cy="760095"/>
            <a:chOff x="0" y="0"/>
            <a:chExt cx="17800320" cy="10134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1C2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8640" y="7900416"/>
            <a:ext cx="13716000" cy="1371600"/>
            <a:chOff x="0" y="0"/>
            <a:chExt cx="1828800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8640" y="7864697"/>
            <a:ext cx="13716000" cy="1407319"/>
            <a:chOff x="0" y="0"/>
            <a:chExt cx="18288000" cy="18764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0" cy="1876425"/>
            </a:xfrm>
            <a:custGeom>
              <a:avLst/>
              <a:gdLst/>
              <a:ahLst/>
              <a:cxnLst/>
              <a:rect r="r" b="b" t="t" l="l"/>
              <a:pathLst>
                <a:path h="18764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04" r="0" b="-1399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828800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this S</a:t>
              </a: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ystem combine both live IoT-driven digital dashboard with </a:t>
              </a:r>
              <a:r>
                <a:rPr lang="en-US" sz="2199" b="true">
                  <a:solidFill>
                    <a:srgbClr val="B8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image-based multi-stage paddy disease detection</a:t>
              </a: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</a:t>
              </a:r>
              <a:r>
                <a:rPr lang="en-US" sz="2199" b="true">
                  <a:solidFill>
                    <a:srgbClr val="B8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delivering treatment recommendations </a:t>
              </a: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no existing solution integrates both layers simultaneously - All in on Farmer specific Guidence System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-12697" y="9588503"/>
            <a:ext cx="18313336" cy="711136"/>
          </a:xfrm>
          <a:custGeom>
            <a:avLst/>
            <a:gdLst/>
            <a:ahLst/>
            <a:cxnLst/>
            <a:rect r="r" b="b" t="t" l="l"/>
            <a:pathLst>
              <a:path h="711136" w="18313336">
                <a:moveTo>
                  <a:pt x="0" y="0"/>
                </a:moveTo>
                <a:lnTo>
                  <a:pt x="18313337" y="0"/>
                </a:lnTo>
                <a:lnTo>
                  <a:pt x="18313337" y="711137"/>
                </a:lnTo>
                <a:lnTo>
                  <a:pt x="0" y="711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365760" y="9637776"/>
            <a:ext cx="17556480" cy="585216"/>
            <a:chOff x="0" y="0"/>
            <a:chExt cx="2340864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143" r="0" b="-53414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65760" y="9609201"/>
            <a:ext cx="17556480" cy="613791"/>
            <a:chOff x="0" y="0"/>
            <a:chExt cx="23408640" cy="8183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408639" cy="818388"/>
            </a:xfrm>
            <a:custGeom>
              <a:avLst/>
              <a:gdLst/>
              <a:ahLst/>
              <a:cxnLst/>
              <a:rect r="r" b="b" t="t" l="l"/>
              <a:pathLst>
                <a:path h="8183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337" r="0" b="-5073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34086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IT22294784  |  Kumarasinghe P.A.N.D.|  R26-SE-007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58" id="58" descr="A person wearing glasses and smiling  AI-generated content may be incorrect.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0606" t="0" r="-10606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87662" y="0"/>
            <a:ext cx="11229781" cy="1151347"/>
            <a:chOff x="0" y="0"/>
            <a:chExt cx="23408640" cy="240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2400005"/>
            </a:xfrm>
            <a:custGeom>
              <a:avLst/>
              <a:gdLst/>
              <a:ahLst/>
              <a:cxnLst/>
              <a:rect r="r" b="b" t="t" l="l"/>
              <a:pathLst>
                <a:path h="2400005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400005"/>
                  </a:lnTo>
                  <a:lnTo>
                    <a:pt x="0" y="24000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049" r="0" b="-1400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3408640" cy="246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C2: IoT Integrated Digital Dashboard for Smart Paddy Farming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IT22294784  |  Neranda Dilhara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90600" y="844047"/>
            <a:ext cx="15905467" cy="8675107"/>
          </a:xfrm>
          <a:custGeom>
            <a:avLst/>
            <a:gdLst/>
            <a:ahLst/>
            <a:cxnLst/>
            <a:rect r="r" b="b" t="t" l="l"/>
            <a:pathLst>
              <a:path h="8675107" w="15905467">
                <a:moveTo>
                  <a:pt x="0" y="0"/>
                </a:moveTo>
                <a:lnTo>
                  <a:pt x="15905467" y="0"/>
                </a:lnTo>
                <a:lnTo>
                  <a:pt x="15905467" y="8675106"/>
                </a:lnTo>
                <a:lnTo>
                  <a:pt x="0" y="8675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IT22294784  |  Neranda Dilhara  |  R26-SE-007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760" y="128700"/>
            <a:ext cx="17556480" cy="1800000"/>
            <a:chOff x="0" y="0"/>
            <a:chExt cx="23408640" cy="240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2400005"/>
            </a:xfrm>
            <a:custGeom>
              <a:avLst/>
              <a:gdLst/>
              <a:ahLst/>
              <a:cxnLst/>
              <a:rect r="r" b="b" t="t" l="l"/>
              <a:pathLst>
                <a:path h="2400005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400005"/>
                  </a:lnTo>
                  <a:lnTo>
                    <a:pt x="0" y="24000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049" r="0" b="-1400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3408640" cy="246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C2: Selected Model Evaluation Evidance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5760" y="2604997"/>
            <a:ext cx="17574875" cy="1312619"/>
            <a:chOff x="0" y="0"/>
            <a:chExt cx="4628774" cy="3457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28774" cy="345710"/>
            </a:xfrm>
            <a:custGeom>
              <a:avLst/>
              <a:gdLst/>
              <a:ahLst/>
              <a:cxnLst/>
              <a:rect r="r" b="b" t="t" l="l"/>
              <a:pathLst>
                <a:path h="345710" w="4628774">
                  <a:moveTo>
                    <a:pt x="7489" y="0"/>
                  </a:moveTo>
                  <a:lnTo>
                    <a:pt x="4621285" y="0"/>
                  </a:lnTo>
                  <a:cubicBezTo>
                    <a:pt x="4625421" y="0"/>
                    <a:pt x="4628774" y="3353"/>
                    <a:pt x="4628774" y="7489"/>
                  </a:cubicBezTo>
                  <a:lnTo>
                    <a:pt x="4628774" y="338222"/>
                  </a:lnTo>
                  <a:cubicBezTo>
                    <a:pt x="4628774" y="340208"/>
                    <a:pt x="4627985" y="342113"/>
                    <a:pt x="4626580" y="343517"/>
                  </a:cubicBezTo>
                  <a:cubicBezTo>
                    <a:pt x="4625176" y="344921"/>
                    <a:pt x="4623271" y="345710"/>
                    <a:pt x="4621285" y="345710"/>
                  </a:cubicBezTo>
                  <a:lnTo>
                    <a:pt x="7489" y="345710"/>
                  </a:lnTo>
                  <a:cubicBezTo>
                    <a:pt x="3353" y="345710"/>
                    <a:pt x="0" y="342358"/>
                    <a:pt x="0" y="338222"/>
                  </a:cubicBezTo>
                  <a:lnTo>
                    <a:pt x="0" y="7489"/>
                  </a:lnTo>
                  <a:cubicBezTo>
                    <a:pt x="0" y="3353"/>
                    <a:pt x="3353" y="0"/>
                    <a:pt x="7489" y="0"/>
                  </a:cubicBez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28774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65760" y="4179206"/>
            <a:ext cx="7071537" cy="3506304"/>
          </a:xfrm>
          <a:custGeom>
            <a:avLst/>
            <a:gdLst/>
            <a:ahLst/>
            <a:cxnLst/>
            <a:rect r="r" b="b" t="t" l="l"/>
            <a:pathLst>
              <a:path h="3506304" w="7071537">
                <a:moveTo>
                  <a:pt x="0" y="0"/>
                </a:moveTo>
                <a:lnTo>
                  <a:pt x="7071537" y="0"/>
                </a:lnTo>
                <a:lnTo>
                  <a:pt x="7071537" y="3506303"/>
                </a:lnTo>
                <a:lnTo>
                  <a:pt x="0" y="3506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6" id="16"/>
          <p:cNvGraphicFramePr/>
          <p:nvPr/>
        </p:nvGraphicFramePr>
        <p:xfrm>
          <a:off x="8351123" y="4220907"/>
          <a:ext cx="13201650" cy="2514600"/>
        </p:xfrm>
        <a:graphic>
          <a:graphicData uri="http://schemas.openxmlformats.org/presentationml/2006/ole">
            <p:oleObj imgW="15836900" imgH="5143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6357569" y="7942684"/>
            <a:ext cx="9351782" cy="2114932"/>
          </a:xfrm>
          <a:custGeom>
            <a:avLst/>
            <a:gdLst/>
            <a:ahLst/>
            <a:cxnLst/>
            <a:rect r="r" b="b" t="t" l="l"/>
            <a:pathLst>
              <a:path h="2114932" w="9351782">
                <a:moveTo>
                  <a:pt x="0" y="0"/>
                </a:moveTo>
                <a:lnTo>
                  <a:pt x="9351782" y="0"/>
                </a:lnTo>
                <a:lnTo>
                  <a:pt x="9351782" y="2114933"/>
                </a:lnTo>
                <a:lnTo>
                  <a:pt x="0" y="211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05" r="0" b="-150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4786" y="2062072"/>
            <a:ext cx="534620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TYPE </a:t>
            </a: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 PROBLEM IS THIS?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0754" y="2671848"/>
            <a:ext cx="1702488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IoT Integrated Digital Dashboard with Farmer Guidance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043323"/>
            <a:ext cx="1702488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Rice Variety Prediction (Target - Variety)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414798"/>
            <a:ext cx="1702488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Paddy Yield Prediction (Target - Yield Amount)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08944" y="3043323"/>
            <a:ext cx="1702488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Paddy Leaf Disease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08944" y="3414798"/>
            <a:ext cx="1702488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Fertilizer Reccomendation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47888" y="7999834"/>
            <a:ext cx="133097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55507" y="7586658"/>
            <a:ext cx="347826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EVELUATION METRICS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548640"/>
            <a:ext cx="5852160" cy="6400800"/>
            <a:chOff x="0" y="0"/>
            <a:chExt cx="7802880" cy="853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429" t="0" r="-904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-1170146"/>
            <a:ext cx="5852160" cy="8058373"/>
            <a:chOff x="0" y="0"/>
            <a:chExt cx="7802880" cy="10744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10744498"/>
            </a:xfrm>
            <a:custGeom>
              <a:avLst/>
              <a:gdLst/>
              <a:ahLst/>
              <a:cxnLst/>
              <a:rect r="r" b="b" t="t" l="l"/>
              <a:pathLst>
                <a:path h="1074449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744498"/>
                  </a:lnTo>
                  <a:lnTo>
                    <a:pt x="0" y="10744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58" t="0" r="-103958" b="128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47725"/>
              <a:ext cx="7802880" cy="11592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9"/>
                </a:lnSpc>
              </a:pPr>
              <a:r>
                <a:rPr lang="en-US" sz="39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2697" y="-12697"/>
            <a:ext cx="244792" cy="10312337"/>
          </a:xfrm>
          <a:custGeom>
            <a:avLst/>
            <a:gdLst/>
            <a:ahLst/>
            <a:cxnLst/>
            <a:rect r="r" b="b" t="t" l="l"/>
            <a:pathLst>
              <a:path h="10312337" w="244792">
                <a:moveTo>
                  <a:pt x="0" y="0"/>
                </a:moveTo>
                <a:lnTo>
                  <a:pt x="244793" y="0"/>
                </a:lnTo>
                <a:lnTo>
                  <a:pt x="24479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365760"/>
            <a:ext cx="12801600" cy="1097280"/>
            <a:chOff x="0" y="0"/>
            <a:chExt cx="170688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167" r="0" b="-17716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280035"/>
            <a:ext cx="12801600" cy="1183005"/>
            <a:chOff x="0" y="0"/>
            <a:chExt cx="17068800" cy="1577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577340"/>
            </a:xfrm>
            <a:custGeom>
              <a:avLst/>
              <a:gdLst/>
              <a:ahLst/>
              <a:cxnLst/>
              <a:rect r="r" b="b" t="t" l="l"/>
              <a:pathLst>
                <a:path h="15773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577340"/>
                  </a:lnTo>
                  <a:lnTo>
                    <a:pt x="0" y="1577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852" r="0" b="-16085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33350"/>
              <a:ext cx="17068800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8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 : </a:t>
              </a:r>
              <a:r>
                <a:rPr lang="en-US" sz="5598" b="true">
                  <a:solidFill>
                    <a:srgbClr val="E8A9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IT22147950  |  Chamudi K.S.I.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1371600"/>
            <a:ext cx="12801600" cy="1645920"/>
            <a:chOff x="0" y="0"/>
            <a:chExt cx="170688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445" r="0" b="-1014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1307306"/>
            <a:ext cx="12801600" cy="1710214"/>
            <a:chOff x="0" y="0"/>
            <a:chExt cx="17068800" cy="22802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2280285"/>
            </a:xfrm>
            <a:custGeom>
              <a:avLst/>
              <a:gdLst/>
              <a:ahLst/>
              <a:cxnLst/>
              <a:rect r="r" b="b" t="t" l="l"/>
              <a:pathLst>
                <a:path h="2280285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280285"/>
                  </a:lnTo>
                  <a:lnTo>
                    <a:pt x="0" y="2280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70688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AI-Powered Farmer–Miller Marketplace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3017520"/>
            <a:ext cx="12435840" cy="1005840"/>
            <a:chOff x="0" y="0"/>
            <a:chExt cx="1658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8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738" r="0" b="-1907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974658"/>
            <a:ext cx="12435840" cy="1048703"/>
            <a:chOff x="0" y="0"/>
            <a:chExt cx="16581120" cy="1398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1398270"/>
            </a:xfrm>
            <a:custGeom>
              <a:avLst/>
              <a:gdLst/>
              <a:ahLst/>
              <a:cxnLst/>
              <a:rect r="r" b="b" t="t" l="l"/>
              <a:pathLst>
                <a:path h="139827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98270"/>
                  </a:lnTo>
                  <a:lnTo>
                    <a:pt x="0" y="1398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59" r="0" b="-1810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5811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B8D4B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Multi-agent AI negotiation and RAG trading assistant with Privacy-preserving federated marketplace 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800583" y="444503"/>
            <a:ext cx="3042857" cy="3682936"/>
          </a:xfrm>
          <a:custGeom>
            <a:avLst/>
            <a:gdLst/>
            <a:ahLst/>
            <a:cxnLst/>
            <a:rect r="r" b="b" t="t" l="l"/>
            <a:pathLst>
              <a:path h="3682936" w="3042857">
                <a:moveTo>
                  <a:pt x="0" y="0"/>
                </a:moveTo>
                <a:lnTo>
                  <a:pt x="3042857" y="0"/>
                </a:lnTo>
                <a:lnTo>
                  <a:pt x="304285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627" t="0" r="-105627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813280" y="428625"/>
            <a:ext cx="3017520" cy="3686175"/>
            <a:chOff x="0" y="0"/>
            <a:chExt cx="4023360" cy="4914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4914900"/>
            </a:xfrm>
            <a:custGeom>
              <a:avLst/>
              <a:gdLst/>
              <a:ahLst/>
              <a:cxnLst/>
              <a:rect r="r" b="b" t="t" l="l"/>
              <a:pathLst>
                <a:path h="49149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914900"/>
                  </a:lnTo>
                  <a:lnTo>
                    <a:pt x="0" y="491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734" t="0" r="-10673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02336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Photo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35943" y="4284983"/>
            <a:ext cx="13741337" cy="848297"/>
          </a:xfrm>
          <a:custGeom>
            <a:avLst/>
            <a:gdLst/>
            <a:ahLst/>
            <a:cxnLst/>
            <a:rect r="r" b="b" t="t" l="l"/>
            <a:pathLst>
              <a:path h="848297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731520" y="4334256"/>
            <a:ext cx="13350240" cy="731520"/>
            <a:chOff x="0" y="0"/>
            <a:chExt cx="1780032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4305681"/>
            <a:ext cx="13350240" cy="760095"/>
            <a:chOff x="0" y="0"/>
            <a:chExt cx="17800320" cy="1013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CONTRIBUTION TO OVERALL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5157216"/>
            <a:ext cx="13716000" cy="1737360"/>
            <a:chOff x="0" y="0"/>
            <a:chExt cx="18288000" cy="2316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" y="5121497"/>
            <a:ext cx="13716000" cy="1773079"/>
            <a:chOff x="0" y="0"/>
            <a:chExt cx="18288000" cy="23641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2364105"/>
            </a:xfrm>
            <a:custGeom>
              <a:avLst/>
              <a:gdLst/>
              <a:ahLst/>
              <a:cxnLst/>
              <a:rect r="r" b="b" t="t" l="l"/>
              <a:pathLst>
                <a:path h="236410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64105"/>
                  </a:lnTo>
                  <a:lnTo>
                    <a:pt x="0" y="2364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30" r="0" b="-1007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8288000" cy="241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the market access layer that directly empowers farmers and millers. Farmers receive personalized AI guidance; millers gain predictable supply; and an automated negotiation module helps both parties reach equitable agreements.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35943" y="7028183"/>
            <a:ext cx="13741337" cy="848296"/>
          </a:xfrm>
          <a:custGeom>
            <a:avLst/>
            <a:gdLst/>
            <a:ahLst/>
            <a:cxnLst/>
            <a:rect r="r" b="b" t="t" l="l"/>
            <a:pathLst>
              <a:path h="848296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31520" y="7077456"/>
            <a:ext cx="13350240" cy="731520"/>
            <a:chOff x="0" y="0"/>
            <a:chExt cx="1780032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7048881"/>
            <a:ext cx="13350240" cy="760095"/>
            <a:chOff x="0" y="0"/>
            <a:chExt cx="17800320" cy="10134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1C2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8640" y="7900416"/>
            <a:ext cx="13716000" cy="1371600"/>
            <a:chOff x="0" y="0"/>
            <a:chExt cx="1828800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8640" y="7864697"/>
            <a:ext cx="13716000" cy="1407319"/>
            <a:chOff x="0" y="0"/>
            <a:chExt cx="18288000" cy="18764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0" cy="1876425"/>
            </a:xfrm>
            <a:custGeom>
              <a:avLst/>
              <a:gdLst/>
              <a:ahLst/>
              <a:cxnLst/>
              <a:rect r="r" b="b" t="t" l="l"/>
              <a:pathLst>
                <a:path h="18764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04" r="0" b="-1399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828800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 Assistant for personalized market advice, Federated Learning Engine for privacy-preserving learning, Secure Matching Engine for anonymous farmer–miller matching, and a Multi-Agent Negotiation Engine for fair price discovery. These four capabilities are rarely integrated together in existing agricultural marketplaces.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-12697" y="9588503"/>
            <a:ext cx="18313336" cy="711136"/>
          </a:xfrm>
          <a:custGeom>
            <a:avLst/>
            <a:gdLst/>
            <a:ahLst/>
            <a:cxnLst/>
            <a:rect r="r" b="b" t="t" l="l"/>
            <a:pathLst>
              <a:path h="711136" w="18313336">
                <a:moveTo>
                  <a:pt x="0" y="0"/>
                </a:moveTo>
                <a:lnTo>
                  <a:pt x="18313337" y="0"/>
                </a:lnTo>
                <a:lnTo>
                  <a:pt x="18313337" y="711137"/>
                </a:lnTo>
                <a:lnTo>
                  <a:pt x="0" y="711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365760" y="9637776"/>
            <a:ext cx="17556480" cy="585216"/>
            <a:chOff x="0" y="0"/>
            <a:chExt cx="2340864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143" r="0" b="-53414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65760" y="9609201"/>
            <a:ext cx="17556480" cy="613791"/>
            <a:chOff x="0" y="0"/>
            <a:chExt cx="23408640" cy="8183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408639" cy="818388"/>
            </a:xfrm>
            <a:custGeom>
              <a:avLst/>
              <a:gdLst/>
              <a:ahLst/>
              <a:cxnLst/>
              <a:rect r="r" b="b" t="t" l="l"/>
              <a:pathLst>
                <a:path h="8183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337" r="0" b="-5073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34086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IT22147950  |  Chamudi K.S.I|  R26-SE-007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840798" y="493776"/>
            <a:ext cx="2989993" cy="3621024"/>
            <a:chOff x="0" y="0"/>
            <a:chExt cx="3986657" cy="4828032"/>
          </a:xfrm>
        </p:grpSpPr>
        <p:sp>
          <p:nvSpPr>
            <p:cNvPr name="Freeform 58" id="58" descr="A person smiling at the camera  AI-generated content may be incorrect."/>
            <p:cNvSpPr/>
            <p:nvPr/>
          </p:nvSpPr>
          <p:spPr>
            <a:xfrm flipH="false" flipV="false" rot="0">
              <a:off x="0" y="0"/>
              <a:ext cx="3986657" cy="4828032"/>
            </a:xfrm>
            <a:custGeom>
              <a:avLst/>
              <a:gdLst/>
              <a:ahLst/>
              <a:cxnLst/>
              <a:rect r="r" b="b" t="t" l="l"/>
              <a:pathLst>
                <a:path h="4828032" w="3986657">
                  <a:moveTo>
                    <a:pt x="0" y="0"/>
                  </a:moveTo>
                  <a:lnTo>
                    <a:pt x="3986657" y="0"/>
                  </a:lnTo>
                  <a:lnTo>
                    <a:pt x="3986657" y="4828032"/>
                  </a:lnTo>
                  <a:lnTo>
                    <a:pt x="0" y="4828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517" t="0" r="-517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86640" y="-281334"/>
            <a:ext cx="6914721" cy="1800000"/>
            <a:chOff x="0" y="0"/>
            <a:chExt cx="9219628" cy="240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19628" cy="2400005"/>
            </a:xfrm>
            <a:custGeom>
              <a:avLst/>
              <a:gdLst/>
              <a:ahLst/>
              <a:cxnLst/>
              <a:rect r="r" b="b" t="t" l="l"/>
              <a:pathLst>
                <a:path h="2400005" w="9219628">
                  <a:moveTo>
                    <a:pt x="0" y="0"/>
                  </a:moveTo>
                  <a:lnTo>
                    <a:pt x="9219628" y="0"/>
                  </a:lnTo>
                  <a:lnTo>
                    <a:pt x="9219628" y="2400005"/>
                  </a:lnTo>
                  <a:lnTo>
                    <a:pt x="0" y="24000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049" r="-153900" b="-1400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9219628" cy="246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C3: AI Powered Farmer Miller Marketplace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IT22147950  |  Chamudi K.S.I.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693813" y="1227633"/>
            <a:ext cx="13405115" cy="8401317"/>
          </a:xfrm>
          <a:custGeom>
            <a:avLst/>
            <a:gdLst/>
            <a:ahLst/>
            <a:cxnLst/>
            <a:rect r="r" b="b" t="t" l="l"/>
            <a:pathLst>
              <a:path h="8401317" w="13405115">
                <a:moveTo>
                  <a:pt x="0" y="0"/>
                </a:moveTo>
                <a:lnTo>
                  <a:pt x="13405115" y="0"/>
                </a:lnTo>
                <a:lnTo>
                  <a:pt x="13405115" y="8401317"/>
                </a:lnTo>
                <a:lnTo>
                  <a:pt x="0" y="8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074" r="-659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99996"/>
            <a:chOff x="0" y="0"/>
            <a:chExt cx="24384000" cy="2799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969"/>
            </a:xfrm>
            <a:custGeom>
              <a:avLst/>
              <a:gdLst/>
              <a:ahLst/>
              <a:cxnLst/>
              <a:rect r="r" b="b" t="t" l="l"/>
              <a:pathLst>
                <a:path h="279996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969"/>
                  </a:lnTo>
                  <a:lnTo>
                    <a:pt x="0" y="2799969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085334" y="0"/>
            <a:ext cx="4117331" cy="1800000"/>
            <a:chOff x="0" y="0"/>
            <a:chExt cx="5489775" cy="240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9775" cy="2400005"/>
            </a:xfrm>
            <a:custGeom>
              <a:avLst/>
              <a:gdLst/>
              <a:ahLst/>
              <a:cxnLst/>
              <a:rect r="r" b="b" t="t" l="l"/>
              <a:pathLst>
                <a:path h="2400005" w="5489775">
                  <a:moveTo>
                    <a:pt x="0" y="0"/>
                  </a:moveTo>
                  <a:lnTo>
                    <a:pt x="5489775" y="0"/>
                  </a:lnTo>
                  <a:lnTo>
                    <a:pt x="5489775" y="2400005"/>
                  </a:lnTo>
                  <a:lnTo>
                    <a:pt x="0" y="24000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049" r="-326404" b="-1400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5489775" cy="2466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C3 : Testing Evidence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IT22147950  |  Chamudi K.S.I.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7957" y="2225871"/>
            <a:ext cx="10174577" cy="7348257"/>
          </a:xfrm>
          <a:custGeom>
            <a:avLst/>
            <a:gdLst/>
            <a:ahLst/>
            <a:cxnLst/>
            <a:rect r="r" b="b" t="t" l="l"/>
            <a:pathLst>
              <a:path h="7348257" w="10174577">
                <a:moveTo>
                  <a:pt x="0" y="0"/>
                </a:moveTo>
                <a:lnTo>
                  <a:pt x="10174576" y="0"/>
                </a:lnTo>
                <a:lnTo>
                  <a:pt x="10174576" y="7348257"/>
                </a:lnTo>
                <a:lnTo>
                  <a:pt x="0" y="7348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694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98982" y="3201086"/>
            <a:ext cx="7323258" cy="3884827"/>
          </a:xfrm>
          <a:custGeom>
            <a:avLst/>
            <a:gdLst/>
            <a:ahLst/>
            <a:cxnLst/>
            <a:rect r="r" b="b" t="t" l="l"/>
            <a:pathLst>
              <a:path h="3884827" w="7323258">
                <a:moveTo>
                  <a:pt x="0" y="0"/>
                </a:moveTo>
                <a:lnTo>
                  <a:pt x="7323258" y="0"/>
                </a:lnTo>
                <a:lnTo>
                  <a:pt x="7323258" y="3884828"/>
                </a:lnTo>
                <a:lnTo>
                  <a:pt x="0" y="3884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867" b="-1226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548640"/>
            <a:ext cx="5852160" cy="6400800"/>
            <a:chOff x="0" y="0"/>
            <a:chExt cx="7802880" cy="853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429" t="0" r="-904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67360" y="-1170146"/>
            <a:ext cx="5852160" cy="8058373"/>
            <a:chOff x="0" y="0"/>
            <a:chExt cx="7802880" cy="10744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2880" cy="10744498"/>
            </a:xfrm>
            <a:custGeom>
              <a:avLst/>
              <a:gdLst/>
              <a:ahLst/>
              <a:cxnLst/>
              <a:rect r="r" b="b" t="t" l="l"/>
              <a:pathLst>
                <a:path h="1074449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744498"/>
                  </a:lnTo>
                  <a:lnTo>
                    <a:pt x="0" y="10744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58" t="0" r="-103958" b="128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47725"/>
              <a:ext cx="7802880" cy="11592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9"/>
                </a:lnSpc>
              </a:pPr>
              <a:r>
                <a:rPr lang="en-US" sz="39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C4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2697" y="-12697"/>
            <a:ext cx="244792" cy="10312337"/>
          </a:xfrm>
          <a:custGeom>
            <a:avLst/>
            <a:gdLst/>
            <a:ahLst/>
            <a:cxnLst/>
            <a:rect r="r" b="b" t="t" l="l"/>
            <a:pathLst>
              <a:path h="10312337" w="244792">
                <a:moveTo>
                  <a:pt x="0" y="0"/>
                </a:moveTo>
                <a:lnTo>
                  <a:pt x="244793" y="0"/>
                </a:lnTo>
                <a:lnTo>
                  <a:pt x="24479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365760"/>
            <a:ext cx="12984480" cy="1097280"/>
            <a:chOff x="0" y="0"/>
            <a:chExt cx="1731264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126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412" r="0" b="-18041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280035"/>
            <a:ext cx="12984480" cy="1183005"/>
            <a:chOff x="0" y="0"/>
            <a:chExt cx="17312640" cy="1577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12639" cy="1577340"/>
            </a:xfrm>
            <a:custGeom>
              <a:avLst/>
              <a:gdLst/>
              <a:ahLst/>
              <a:cxnLst/>
              <a:rect r="r" b="b" t="t" l="l"/>
              <a:pathLst>
                <a:path h="1577340" w="17312639">
                  <a:moveTo>
                    <a:pt x="0" y="0"/>
                  </a:moveTo>
                  <a:lnTo>
                    <a:pt x="17312639" y="0"/>
                  </a:lnTo>
                  <a:lnTo>
                    <a:pt x="17312639" y="1577340"/>
                  </a:lnTo>
                  <a:lnTo>
                    <a:pt x="0" y="15773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864" r="0" b="-163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33350"/>
              <a:ext cx="17312640" cy="1710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8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C4 : </a:t>
              </a:r>
              <a:r>
                <a:rPr lang="en-US" sz="5598" b="true">
                  <a:solidFill>
                    <a:srgbClr val="E8A9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IT22372444  |  Senarathne S.M.B.V.B.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1371600"/>
            <a:ext cx="12801600" cy="1645920"/>
            <a:chOff x="0" y="0"/>
            <a:chExt cx="170688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445" r="0" b="-1014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1307306"/>
            <a:ext cx="12801600" cy="1710214"/>
            <a:chOff x="0" y="0"/>
            <a:chExt cx="17068800" cy="22802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2280285"/>
            </a:xfrm>
            <a:custGeom>
              <a:avLst/>
              <a:gdLst/>
              <a:ahLst/>
              <a:cxnLst/>
              <a:rect r="r" b="b" t="t" l="l"/>
              <a:pathLst>
                <a:path h="2280285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280285"/>
                  </a:lnTo>
                  <a:lnTo>
                    <a:pt x="0" y="2280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70688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Blockchain-Based Warehouse Coordination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3017520"/>
            <a:ext cx="12435840" cy="1005840"/>
            <a:chOff x="0" y="0"/>
            <a:chExt cx="1658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8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738" r="0" b="-1907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" y="2974658"/>
            <a:ext cx="12435840" cy="1048702"/>
            <a:chOff x="0" y="0"/>
            <a:chExt cx="16581120" cy="13982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1398270"/>
            </a:xfrm>
            <a:custGeom>
              <a:avLst/>
              <a:gdLst/>
              <a:ahLst/>
              <a:cxnLst/>
              <a:rect r="r" b="b" t="t" l="l"/>
              <a:pathLst>
                <a:path h="139827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398270"/>
                  </a:lnTo>
                  <a:lnTo>
                    <a:pt x="0" y="1398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59" r="0" b="-1810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5811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B8D4B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Cryptographic stock verification and privacy-preserving redistribution for PMB Regional Managers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800583" y="444503"/>
            <a:ext cx="3042857" cy="3682936"/>
          </a:xfrm>
          <a:custGeom>
            <a:avLst/>
            <a:gdLst/>
            <a:ahLst/>
            <a:cxnLst/>
            <a:rect r="r" b="b" t="t" l="l"/>
            <a:pathLst>
              <a:path h="3682936" w="3042857">
                <a:moveTo>
                  <a:pt x="0" y="0"/>
                </a:moveTo>
                <a:lnTo>
                  <a:pt x="3042857" y="0"/>
                </a:lnTo>
                <a:lnTo>
                  <a:pt x="304285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627" t="0" r="-105627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813280" y="428625"/>
            <a:ext cx="3017520" cy="3686175"/>
            <a:chOff x="0" y="0"/>
            <a:chExt cx="4023360" cy="4914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0" cy="4914900"/>
            </a:xfrm>
            <a:custGeom>
              <a:avLst/>
              <a:gdLst/>
              <a:ahLst/>
              <a:cxnLst/>
              <a:rect r="r" b="b" t="t" l="l"/>
              <a:pathLst>
                <a:path h="49149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914900"/>
                  </a:lnTo>
                  <a:lnTo>
                    <a:pt x="0" y="491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734" t="0" r="-10673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02336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Photo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35943" y="4284983"/>
            <a:ext cx="13741337" cy="848297"/>
          </a:xfrm>
          <a:custGeom>
            <a:avLst/>
            <a:gdLst/>
            <a:ahLst/>
            <a:cxnLst/>
            <a:rect r="r" b="b" t="t" l="l"/>
            <a:pathLst>
              <a:path h="848297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731520" y="4334256"/>
            <a:ext cx="13350240" cy="731520"/>
            <a:chOff x="0" y="0"/>
            <a:chExt cx="1780032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4305681"/>
            <a:ext cx="13350240" cy="760095"/>
            <a:chOff x="0" y="0"/>
            <a:chExt cx="17800320" cy="1013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CONTRIBUTION TO OVERALL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" y="5157216"/>
            <a:ext cx="13716000" cy="1737360"/>
            <a:chOff x="0" y="0"/>
            <a:chExt cx="18288000" cy="2316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" y="5121497"/>
            <a:ext cx="13716000" cy="1773079"/>
            <a:chOff x="0" y="0"/>
            <a:chExt cx="18288000" cy="236410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0" cy="2364105"/>
            </a:xfrm>
            <a:custGeom>
              <a:avLst/>
              <a:gdLst/>
              <a:ahLst/>
              <a:cxnLst/>
              <a:rect r="r" b="b" t="t" l="l"/>
              <a:pathLst>
                <a:path h="236410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64105"/>
                  </a:lnTo>
                  <a:lnTo>
                    <a:pt x="0" y="2364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30" r="0" b="-1007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8288000" cy="241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the storage and logistics intelligence layer. Replaces informal WhatsApp/phone-based warehouse coordination with a blockchain-backed system that cryptographically verifies stock levels, creates immutable audit trails for all redistribution decisions, and enables privacy-preserving data sharing across PMB districts during normal operations and emergencies.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35943" y="7028183"/>
            <a:ext cx="13741337" cy="848296"/>
          </a:xfrm>
          <a:custGeom>
            <a:avLst/>
            <a:gdLst/>
            <a:ahLst/>
            <a:cxnLst/>
            <a:rect r="r" b="b" t="t" l="l"/>
            <a:pathLst>
              <a:path h="848296" w="13741337">
                <a:moveTo>
                  <a:pt x="0" y="0"/>
                </a:moveTo>
                <a:lnTo>
                  <a:pt x="13741337" y="0"/>
                </a:lnTo>
                <a:lnTo>
                  <a:pt x="1374133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31520" y="7077456"/>
            <a:ext cx="13350240" cy="731520"/>
            <a:chOff x="0" y="0"/>
            <a:chExt cx="1780032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80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354" r="0" b="-30535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31520" y="7048881"/>
            <a:ext cx="13350240" cy="760095"/>
            <a:chOff x="0" y="0"/>
            <a:chExt cx="17800320" cy="10134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8003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17800320">
                  <a:moveTo>
                    <a:pt x="0" y="0"/>
                  </a:moveTo>
                  <a:lnTo>
                    <a:pt x="17800320" y="0"/>
                  </a:lnTo>
                  <a:lnTo>
                    <a:pt x="178003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33" r="0" b="-2922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8003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1C2B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8640" y="7900416"/>
            <a:ext cx="13716000" cy="1371600"/>
            <a:chOff x="0" y="0"/>
            <a:chExt cx="1828800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8640" y="7864697"/>
            <a:ext cx="13716000" cy="1407319"/>
            <a:chOff x="0" y="0"/>
            <a:chExt cx="18288000" cy="18764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88000" cy="1876425"/>
            </a:xfrm>
            <a:custGeom>
              <a:avLst/>
              <a:gdLst/>
              <a:ahLst/>
              <a:cxnLst/>
              <a:rect r="r" b="b" t="t" l="l"/>
              <a:pathLst>
                <a:path h="18764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876425"/>
                  </a:lnTo>
                  <a:lnTo>
                    <a:pt x="0" y="18764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04" r="0" b="-13990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8288000" cy="192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system applying blockchain-based cryptographic accountability specifically to public agricultural warehouse networks. Uniquely addresses disaster response coordination (floods, elephant attacks) with verifiable capacity queries and privacy-preserving inter-district data sharing  a gap unaddressed by any existing agricultural logistics platform.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-12697" y="9588503"/>
            <a:ext cx="18313336" cy="711136"/>
          </a:xfrm>
          <a:custGeom>
            <a:avLst/>
            <a:gdLst/>
            <a:ahLst/>
            <a:cxnLst/>
            <a:rect r="r" b="b" t="t" l="l"/>
            <a:pathLst>
              <a:path h="711136" w="18313336">
                <a:moveTo>
                  <a:pt x="0" y="0"/>
                </a:moveTo>
                <a:lnTo>
                  <a:pt x="18313337" y="0"/>
                </a:lnTo>
                <a:lnTo>
                  <a:pt x="18313337" y="711137"/>
                </a:lnTo>
                <a:lnTo>
                  <a:pt x="0" y="711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365760" y="9637776"/>
            <a:ext cx="17556480" cy="585216"/>
            <a:chOff x="0" y="0"/>
            <a:chExt cx="2340864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408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143" r="0" b="-53414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65760" y="9609201"/>
            <a:ext cx="17556480" cy="613791"/>
            <a:chOff x="0" y="0"/>
            <a:chExt cx="23408640" cy="8183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408639" cy="818388"/>
            </a:xfrm>
            <a:custGeom>
              <a:avLst/>
              <a:gdLst/>
              <a:ahLst/>
              <a:cxnLst/>
              <a:rect r="r" b="b" t="t" l="l"/>
              <a:pathLst>
                <a:path h="81838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337" r="0" b="-5073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34086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IT22372444  |  Senarathne S.M.B.V.B.|  R26-SE-007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813280" y="457200"/>
            <a:ext cx="3017520" cy="3657600"/>
            <a:chOff x="0" y="0"/>
            <a:chExt cx="4023360" cy="4876800"/>
          </a:xfrm>
        </p:grpSpPr>
        <p:sp>
          <p:nvSpPr>
            <p:cNvPr name="Freeform 58" id="58" descr="A person wearing glasses and a black shirt  AI-generated content may be incorrect."/>
            <p:cNvSpPr/>
            <p:nvPr/>
          </p:nvSpPr>
          <p:spPr>
            <a:xfrm flipH="false" flipV="false" rot="0">
              <a:off x="0" y="0"/>
              <a:ext cx="402336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0793" t="0" r="-10793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4073"/>
            <a:chOff x="0" y="0"/>
            <a:chExt cx="24384000" cy="1272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2086"/>
            </a:xfrm>
            <a:custGeom>
              <a:avLst/>
              <a:gdLst/>
              <a:ahLst/>
              <a:cxnLst/>
              <a:rect r="r" b="b" t="t" l="l"/>
              <a:pathLst>
                <a:path h="127208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2086"/>
                  </a:lnTo>
                  <a:lnTo>
                    <a:pt x="0" y="1272086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199996"/>
            <a:ext cx="17556480" cy="754077"/>
            <a:chOff x="0" y="0"/>
            <a:chExt cx="23408640" cy="10054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1005441"/>
            </a:xfrm>
            <a:custGeom>
              <a:avLst/>
              <a:gdLst/>
              <a:ahLst/>
              <a:cxnLst/>
              <a:rect r="r" b="b" t="t" l="l"/>
              <a:pathLst>
                <a:path h="1005441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05441"/>
                  </a:lnTo>
                  <a:lnTo>
                    <a:pt x="0" y="1005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4299" r="0" b="-473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3408640" cy="1072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C4: Blockchain Based Warehouse Coordination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IT22294784  |  Neranda Dilhara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170650" y="954073"/>
            <a:ext cx="6469984" cy="8745930"/>
          </a:xfrm>
          <a:custGeom>
            <a:avLst/>
            <a:gdLst/>
            <a:ahLst/>
            <a:cxnLst/>
            <a:rect r="r" b="b" t="t" l="l"/>
            <a:pathLst>
              <a:path h="8745930" w="6469984">
                <a:moveTo>
                  <a:pt x="0" y="0"/>
                </a:moveTo>
                <a:lnTo>
                  <a:pt x="6469984" y="0"/>
                </a:lnTo>
                <a:lnTo>
                  <a:pt x="6469984" y="8745930"/>
                </a:lnTo>
                <a:lnTo>
                  <a:pt x="0" y="8745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1209870"/>
            <a:ext cx="7422242" cy="7867259"/>
          </a:xfrm>
          <a:custGeom>
            <a:avLst/>
            <a:gdLst/>
            <a:ahLst/>
            <a:cxnLst/>
            <a:rect r="r" b="b" t="t" l="l"/>
            <a:pathLst>
              <a:path h="7867259" w="7422242">
                <a:moveTo>
                  <a:pt x="0" y="0"/>
                </a:moveTo>
                <a:lnTo>
                  <a:pt x="7422242" y="0"/>
                </a:lnTo>
                <a:lnTo>
                  <a:pt x="7422242" y="7867260"/>
                </a:lnTo>
                <a:lnTo>
                  <a:pt x="0" y="786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2438400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588"/>
            </a:xfrm>
            <a:custGeom>
              <a:avLst/>
              <a:gdLst/>
              <a:ahLst/>
              <a:cxnLst/>
              <a:rect r="r" b="b" t="t" l="l"/>
              <a:pathLst>
                <a:path h="13715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588"/>
                  </a:lnTo>
                  <a:lnTo>
                    <a:pt x="0" y="1371588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" y="199996"/>
            <a:ext cx="17556480" cy="828704"/>
            <a:chOff x="0" y="0"/>
            <a:chExt cx="23408640" cy="11049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08639" cy="1104943"/>
            </a:xfrm>
            <a:custGeom>
              <a:avLst/>
              <a:gdLst/>
              <a:ahLst/>
              <a:cxnLst/>
              <a:rect r="r" b="b" t="t" l="l"/>
              <a:pathLst>
                <a:path h="1104943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104943"/>
                  </a:lnTo>
                  <a:lnTo>
                    <a:pt x="0" y="11049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195" r="0" b="-4214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3408640" cy="1171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Evidence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700003"/>
            <a:ext cx="18288000" cy="586997"/>
            <a:chOff x="0" y="0"/>
            <a:chExt cx="24384000" cy="782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82701"/>
            </a:xfrm>
            <a:custGeom>
              <a:avLst/>
              <a:gdLst/>
              <a:ahLst/>
              <a:cxnLst/>
              <a:rect r="r" b="b" t="t" l="l"/>
              <a:pathLst>
                <a:path h="78270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2701"/>
                  </a:lnTo>
                  <a:lnTo>
                    <a:pt x="0" y="782701"/>
                  </a:lnTo>
                  <a:close/>
                </a:path>
              </a:pathLst>
            </a:custGeom>
            <a:solidFill>
              <a:srgbClr val="1A4D2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9700003"/>
            <a:ext cx="17556480" cy="586997"/>
            <a:chOff x="0" y="0"/>
            <a:chExt cx="23408640" cy="782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08639" cy="782667"/>
            </a:xfrm>
            <a:custGeom>
              <a:avLst/>
              <a:gdLst/>
              <a:ahLst/>
              <a:cxnLst/>
              <a:rect r="r" b="b" t="t" l="l"/>
              <a:pathLst>
                <a:path h="782667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82667"/>
                  </a:lnTo>
                  <a:lnTo>
                    <a:pt x="0" y="782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74" r="0" b="-53277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408640" cy="83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599">
                  <a:solidFill>
                    <a:srgbClr val="B8D4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IT22372444  |  Senarathne S.M.B.V.B.  |  R26-SE-007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5760" y="1104565"/>
            <a:ext cx="8668838" cy="3015000"/>
          </a:xfrm>
          <a:custGeom>
            <a:avLst/>
            <a:gdLst/>
            <a:ahLst/>
            <a:cxnLst/>
            <a:rect r="r" b="b" t="t" l="l"/>
            <a:pathLst>
              <a:path h="3015000" w="8668838">
                <a:moveTo>
                  <a:pt x="0" y="0"/>
                </a:moveTo>
                <a:lnTo>
                  <a:pt x="8668838" y="0"/>
                </a:lnTo>
                <a:lnTo>
                  <a:pt x="8668838" y="3015000"/>
                </a:lnTo>
                <a:lnTo>
                  <a:pt x="0" y="301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34598" y="1104565"/>
            <a:ext cx="9119227" cy="8401022"/>
          </a:xfrm>
          <a:custGeom>
            <a:avLst/>
            <a:gdLst/>
            <a:ahLst/>
            <a:cxnLst/>
            <a:rect r="r" b="b" t="t" l="l"/>
            <a:pathLst>
              <a:path h="8401022" w="9119227">
                <a:moveTo>
                  <a:pt x="0" y="0"/>
                </a:moveTo>
                <a:lnTo>
                  <a:pt x="9119227" y="0"/>
                </a:lnTo>
                <a:lnTo>
                  <a:pt x="9119227" y="8401022"/>
                </a:lnTo>
                <a:lnTo>
                  <a:pt x="0" y="8401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57714" y="4195765"/>
            <a:ext cx="5883785" cy="5385687"/>
          </a:xfrm>
          <a:custGeom>
            <a:avLst/>
            <a:gdLst/>
            <a:ahLst/>
            <a:cxnLst/>
            <a:rect r="r" b="b" t="t" l="l"/>
            <a:pathLst>
              <a:path h="5385687" w="5883785">
                <a:moveTo>
                  <a:pt x="0" y="0"/>
                </a:moveTo>
                <a:lnTo>
                  <a:pt x="5883785" y="0"/>
                </a:lnTo>
                <a:lnTo>
                  <a:pt x="5883785" y="5385687"/>
                </a:lnTo>
                <a:lnTo>
                  <a:pt x="0" y="53856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888" y="0"/>
            <a:ext cx="18086546" cy="9601200"/>
            <a:chOff x="0" y="0"/>
            <a:chExt cx="24115395" cy="12801600"/>
          </a:xfrm>
        </p:grpSpPr>
        <p:sp>
          <p:nvSpPr>
            <p:cNvPr name="Freeform 3" id="3" descr="A rice bag and stacks of coins in a field  AI-generated content may be incorrect."/>
            <p:cNvSpPr/>
            <p:nvPr/>
          </p:nvSpPr>
          <p:spPr>
            <a:xfrm flipH="false" flipV="false" rot="0">
              <a:off x="0" y="0"/>
              <a:ext cx="24115395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24115395">
                  <a:moveTo>
                    <a:pt x="0" y="0"/>
                  </a:moveTo>
                  <a:lnTo>
                    <a:pt x="24115395" y="0"/>
                  </a:lnTo>
                  <a:lnTo>
                    <a:pt x="24115395" y="12801600"/>
                  </a:lnTo>
                  <a:lnTo>
                    <a:pt x="0" y="1280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</a:blip>
              <a:stretch>
                <a:fillRect l="0" t="-12792" r="0" b="-1279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2697" y="-12697"/>
            <a:ext cx="171640" cy="10312337"/>
          </a:xfrm>
          <a:custGeom>
            <a:avLst/>
            <a:gdLst/>
            <a:ahLst/>
            <a:cxnLst/>
            <a:rect r="r" b="b" t="t" l="l"/>
            <a:pathLst>
              <a:path h="10312337" w="171640">
                <a:moveTo>
                  <a:pt x="0" y="0"/>
                </a:moveTo>
                <a:lnTo>
                  <a:pt x="171641" y="0"/>
                </a:lnTo>
                <a:lnTo>
                  <a:pt x="171641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" y="2286000"/>
            <a:ext cx="16459200" cy="2400005"/>
            <a:chOff x="0" y="0"/>
            <a:chExt cx="21945600" cy="3200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3200019"/>
            </a:xfrm>
            <a:custGeom>
              <a:avLst/>
              <a:gdLst/>
              <a:ahLst/>
              <a:cxnLst/>
              <a:rect r="r" b="b" t="t" l="l"/>
              <a:pathLst>
                <a:path h="320001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200019"/>
                  </a:lnTo>
                  <a:lnTo>
                    <a:pt x="0" y="3200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534" r="0" b="-8353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376105"/>
            <a:ext cx="16459200" cy="2614317"/>
            <a:chOff x="0" y="0"/>
            <a:chExt cx="21945600" cy="34857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3485757"/>
            </a:xfrm>
            <a:custGeom>
              <a:avLst/>
              <a:gdLst/>
              <a:ahLst/>
              <a:cxnLst/>
              <a:rect r="r" b="b" t="t" l="l"/>
              <a:pathLst>
                <a:path h="348575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485757"/>
                  </a:lnTo>
                  <a:lnTo>
                    <a:pt x="0" y="348575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2673" r="0" b="-7267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0"/>
              <a:ext cx="21945600" cy="37715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0" y="5029200"/>
            <a:ext cx="7315200" cy="76200"/>
            <a:chOff x="0" y="0"/>
            <a:chExt cx="97536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101600"/>
            </a:xfrm>
            <a:custGeom>
              <a:avLst/>
              <a:gdLst/>
              <a:ahLst/>
              <a:cxnLst/>
              <a:rect r="r" b="b" t="t" l="l"/>
              <a:pathLst>
                <a:path h="101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5257200"/>
            <a:ext cx="16459200" cy="914400"/>
            <a:chOff x="0" y="0"/>
            <a:chExt cx="219456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0486" r="0" b="-30048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5207194"/>
            <a:ext cx="16459200" cy="964406"/>
            <a:chOff x="0" y="0"/>
            <a:chExt cx="21945600" cy="12858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2544" r="0" b="-2825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19456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A8D5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welcome your questions and feedback.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6400800"/>
            <a:ext cx="16459200" cy="760000"/>
            <a:chOff x="0" y="0"/>
            <a:chExt cx="21945600" cy="1013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013333"/>
            </a:xfrm>
            <a:custGeom>
              <a:avLst/>
              <a:gdLst/>
              <a:ahLst/>
              <a:cxnLst/>
              <a:rect r="r" b="b" t="t" l="l"/>
              <a:pathLst>
                <a:path h="101333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13333"/>
                  </a:lnTo>
                  <a:lnTo>
                    <a:pt x="0" y="10133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1690" r="0" b="-37169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6365081"/>
            <a:ext cx="16459200" cy="795718"/>
            <a:chOff x="0" y="0"/>
            <a:chExt cx="21945600" cy="10609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60958"/>
            </a:xfrm>
            <a:custGeom>
              <a:avLst/>
              <a:gdLst/>
              <a:ahLst/>
              <a:cxnLst/>
              <a:rect r="r" b="b" t="t" l="l"/>
              <a:pathLst>
                <a:path h="106095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0958"/>
                  </a:lnTo>
                  <a:lnTo>
                    <a:pt x="0" y="10609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3042" r="0" b="-3530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1945600" cy="1127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>
                  <a:solidFill>
                    <a:srgbClr val="E8A8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AI-Driven Privacy-Preserving Digital Ecosystem for Sri Lanka’s Paddy Supply Chain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A8D5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ID: R26-SE-007  |  SLIIT Faculty of Computing  |  Software Engineering Specialization  | 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F332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4320" y="9637776"/>
            <a:ext cx="17600000" cy="585216"/>
            <a:chOff x="0" y="0"/>
            <a:chExt cx="23466666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66679" cy="780288"/>
            </a:xfrm>
            <a:custGeom>
              <a:avLst/>
              <a:gdLst/>
              <a:ahLst/>
              <a:cxnLst/>
              <a:rect r="r" b="b" t="t" l="l"/>
              <a:pathLst>
                <a:path h="780288" w="23466679">
                  <a:moveTo>
                    <a:pt x="0" y="0"/>
                  </a:moveTo>
                  <a:lnTo>
                    <a:pt x="23466679" y="0"/>
                  </a:lnTo>
                  <a:lnTo>
                    <a:pt x="2346667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5592" r="0" b="-53559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4320" y="9609201"/>
            <a:ext cx="17600000" cy="613791"/>
            <a:chOff x="0" y="0"/>
            <a:chExt cx="23466666" cy="8183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466667" cy="818388"/>
            </a:xfrm>
            <a:custGeom>
              <a:avLst/>
              <a:gdLst/>
              <a:ahLst/>
              <a:cxnLst/>
              <a:rect r="r" b="b" t="t" l="l"/>
              <a:pathLst>
                <a:path h="818388" w="23466667">
                  <a:moveTo>
                    <a:pt x="0" y="0"/>
                  </a:moveTo>
                  <a:lnTo>
                    <a:pt x="23466667" y="0"/>
                  </a:lnTo>
                  <a:lnTo>
                    <a:pt x="23466667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08718" r="0" b="-5087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3466666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SLIIT | Faculty of Computing  ·  Software Engineering Specialization  ·  2026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443684" y="816352"/>
            <a:ext cx="1559753" cy="1559753"/>
          </a:xfrm>
          <a:custGeom>
            <a:avLst/>
            <a:gdLst/>
            <a:ahLst/>
            <a:cxnLst/>
            <a:rect r="r" b="b" t="t" l="l"/>
            <a:pathLst>
              <a:path h="1559753" w="1559753">
                <a:moveTo>
                  <a:pt x="0" y="0"/>
                </a:moveTo>
                <a:lnTo>
                  <a:pt x="1559753" y="0"/>
                </a:lnTo>
                <a:lnTo>
                  <a:pt x="1559753" y="1559753"/>
                </a:lnTo>
                <a:lnTo>
                  <a:pt x="0" y="15597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DAHYb7jYua4</dc:identifier>
  <dcterms:modified xsi:type="dcterms:W3CDTF">2011-08-01T06:04:30Z</dcterms:modified>
  <cp:revision>1</cp:revision>
  <dc:title>PP Final</dc:title>
</cp:coreProperties>
</file>